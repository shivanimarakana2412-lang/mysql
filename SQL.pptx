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27106" y="1059177"/>
            <a:ext cx="3537585" cy="665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 u="heavy">
                <a:solidFill>
                  <a:srgbClr val="2E79F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 u="heavy">
                <a:solidFill>
                  <a:srgbClr val="2E79F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 u="heavy">
                <a:solidFill>
                  <a:srgbClr val="2E79F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838900" y="1574610"/>
            <a:ext cx="5556250" cy="5220970"/>
          </a:xfrm>
          <a:custGeom>
            <a:avLst/>
            <a:gdLst/>
            <a:ahLst/>
            <a:cxnLst/>
            <a:rect l="l" t="t" r="r" b="b"/>
            <a:pathLst>
              <a:path w="5556250" h="5220970">
                <a:moveTo>
                  <a:pt x="5070426" y="5220368"/>
                </a:moveTo>
                <a:lnTo>
                  <a:pt x="485775" y="5220368"/>
                </a:lnTo>
                <a:lnTo>
                  <a:pt x="438991" y="5218144"/>
                </a:lnTo>
                <a:lnTo>
                  <a:pt x="393466" y="5211609"/>
                </a:lnTo>
                <a:lnTo>
                  <a:pt x="349403" y="5200965"/>
                </a:lnTo>
                <a:lnTo>
                  <a:pt x="307004" y="5186417"/>
                </a:lnTo>
                <a:lnTo>
                  <a:pt x="266475" y="5168167"/>
                </a:lnTo>
                <a:lnTo>
                  <a:pt x="228018" y="5146420"/>
                </a:lnTo>
                <a:lnTo>
                  <a:pt x="191838" y="5121380"/>
                </a:lnTo>
                <a:lnTo>
                  <a:pt x="158137" y="5093248"/>
                </a:lnTo>
                <a:lnTo>
                  <a:pt x="127119" y="5062231"/>
                </a:lnTo>
                <a:lnTo>
                  <a:pt x="98988" y="5028529"/>
                </a:lnTo>
                <a:lnTo>
                  <a:pt x="73947" y="4992349"/>
                </a:lnTo>
                <a:lnTo>
                  <a:pt x="52200" y="4953892"/>
                </a:lnTo>
                <a:lnTo>
                  <a:pt x="33951" y="4913363"/>
                </a:lnTo>
                <a:lnTo>
                  <a:pt x="19402" y="4870965"/>
                </a:lnTo>
                <a:lnTo>
                  <a:pt x="8759" y="4826901"/>
                </a:lnTo>
                <a:lnTo>
                  <a:pt x="2223" y="4781376"/>
                </a:lnTo>
                <a:lnTo>
                  <a:pt x="0" y="4734593"/>
                </a:lnTo>
                <a:lnTo>
                  <a:pt x="0" y="485775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3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9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3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5" y="0"/>
                </a:lnTo>
                <a:lnTo>
                  <a:pt x="5070426" y="0"/>
                </a:lnTo>
                <a:lnTo>
                  <a:pt x="5117209" y="2223"/>
                </a:lnTo>
                <a:lnTo>
                  <a:pt x="5162734" y="8759"/>
                </a:lnTo>
                <a:lnTo>
                  <a:pt x="5206798" y="19402"/>
                </a:lnTo>
                <a:lnTo>
                  <a:pt x="5249196" y="33951"/>
                </a:lnTo>
                <a:lnTo>
                  <a:pt x="5289725" y="52200"/>
                </a:lnTo>
                <a:lnTo>
                  <a:pt x="5328182" y="73947"/>
                </a:lnTo>
                <a:lnTo>
                  <a:pt x="5364362" y="98988"/>
                </a:lnTo>
                <a:lnTo>
                  <a:pt x="5398063" y="127119"/>
                </a:lnTo>
                <a:lnTo>
                  <a:pt x="5429081" y="158137"/>
                </a:lnTo>
                <a:lnTo>
                  <a:pt x="5457212" y="191838"/>
                </a:lnTo>
                <a:lnTo>
                  <a:pt x="5482253" y="228019"/>
                </a:lnTo>
                <a:lnTo>
                  <a:pt x="5504000" y="266475"/>
                </a:lnTo>
                <a:lnTo>
                  <a:pt x="5522249" y="307004"/>
                </a:lnTo>
                <a:lnTo>
                  <a:pt x="5536798" y="349403"/>
                </a:lnTo>
                <a:lnTo>
                  <a:pt x="5547441" y="393466"/>
                </a:lnTo>
                <a:lnTo>
                  <a:pt x="5553977" y="438991"/>
                </a:lnTo>
                <a:lnTo>
                  <a:pt x="5556201" y="485775"/>
                </a:lnTo>
                <a:lnTo>
                  <a:pt x="5556201" y="4734593"/>
                </a:lnTo>
                <a:lnTo>
                  <a:pt x="5553977" y="4781376"/>
                </a:lnTo>
                <a:lnTo>
                  <a:pt x="5547441" y="4826901"/>
                </a:lnTo>
                <a:lnTo>
                  <a:pt x="5536798" y="4870965"/>
                </a:lnTo>
                <a:lnTo>
                  <a:pt x="5522249" y="4913363"/>
                </a:lnTo>
                <a:lnTo>
                  <a:pt x="5504000" y="4953892"/>
                </a:lnTo>
                <a:lnTo>
                  <a:pt x="5482253" y="4992349"/>
                </a:lnTo>
                <a:lnTo>
                  <a:pt x="5457212" y="5028529"/>
                </a:lnTo>
                <a:lnTo>
                  <a:pt x="5429081" y="5062231"/>
                </a:lnTo>
                <a:lnTo>
                  <a:pt x="5398063" y="5093248"/>
                </a:lnTo>
                <a:lnTo>
                  <a:pt x="5364362" y="5121380"/>
                </a:lnTo>
                <a:lnTo>
                  <a:pt x="5328182" y="5146420"/>
                </a:lnTo>
                <a:lnTo>
                  <a:pt x="5289725" y="5168167"/>
                </a:lnTo>
                <a:lnTo>
                  <a:pt x="5249196" y="5186417"/>
                </a:lnTo>
                <a:lnTo>
                  <a:pt x="5206798" y="5200965"/>
                </a:lnTo>
                <a:lnTo>
                  <a:pt x="5162734" y="5211609"/>
                </a:lnTo>
                <a:lnTo>
                  <a:pt x="5117209" y="5218144"/>
                </a:lnTo>
                <a:lnTo>
                  <a:pt x="5070426" y="52203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5077" y="1789896"/>
            <a:ext cx="5133974" cy="4876799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7269269" y="1763579"/>
            <a:ext cx="7593330" cy="4842510"/>
          </a:xfrm>
          <a:custGeom>
            <a:avLst/>
            <a:gdLst/>
            <a:ahLst/>
            <a:cxnLst/>
            <a:rect l="l" t="t" r="r" b="b"/>
            <a:pathLst>
              <a:path w="7593330" h="4842509">
                <a:moveTo>
                  <a:pt x="7107091" y="4842429"/>
                </a:moveTo>
                <a:lnTo>
                  <a:pt x="485774" y="4842429"/>
                </a:lnTo>
                <a:lnTo>
                  <a:pt x="438991" y="4840206"/>
                </a:lnTo>
                <a:lnTo>
                  <a:pt x="393466" y="4833670"/>
                </a:lnTo>
                <a:lnTo>
                  <a:pt x="349403" y="4823026"/>
                </a:lnTo>
                <a:lnTo>
                  <a:pt x="307005" y="4808478"/>
                </a:lnTo>
                <a:lnTo>
                  <a:pt x="266475" y="4790229"/>
                </a:lnTo>
                <a:lnTo>
                  <a:pt x="228019" y="4768482"/>
                </a:lnTo>
                <a:lnTo>
                  <a:pt x="191838" y="4743441"/>
                </a:lnTo>
                <a:lnTo>
                  <a:pt x="158137" y="4715310"/>
                </a:lnTo>
                <a:lnTo>
                  <a:pt x="127119" y="4684292"/>
                </a:lnTo>
                <a:lnTo>
                  <a:pt x="98988" y="4650591"/>
                </a:lnTo>
                <a:lnTo>
                  <a:pt x="73947" y="4614410"/>
                </a:lnTo>
                <a:lnTo>
                  <a:pt x="52200" y="4575954"/>
                </a:lnTo>
                <a:lnTo>
                  <a:pt x="33951" y="4535424"/>
                </a:lnTo>
                <a:lnTo>
                  <a:pt x="19402" y="4493026"/>
                </a:lnTo>
                <a:lnTo>
                  <a:pt x="8759" y="4448963"/>
                </a:lnTo>
                <a:lnTo>
                  <a:pt x="2223" y="4403438"/>
                </a:lnTo>
                <a:lnTo>
                  <a:pt x="0" y="4356654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3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9" y="73947"/>
                </a:lnTo>
                <a:lnTo>
                  <a:pt x="266475" y="52200"/>
                </a:lnTo>
                <a:lnTo>
                  <a:pt x="307005" y="33951"/>
                </a:lnTo>
                <a:lnTo>
                  <a:pt x="349403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7107091" y="0"/>
                </a:lnTo>
                <a:lnTo>
                  <a:pt x="7153875" y="2223"/>
                </a:lnTo>
                <a:lnTo>
                  <a:pt x="7199400" y="8759"/>
                </a:lnTo>
                <a:lnTo>
                  <a:pt x="7243463" y="19402"/>
                </a:lnTo>
                <a:lnTo>
                  <a:pt x="7285862" y="33951"/>
                </a:lnTo>
                <a:lnTo>
                  <a:pt x="7326391" y="52200"/>
                </a:lnTo>
                <a:lnTo>
                  <a:pt x="7364847" y="73947"/>
                </a:lnTo>
                <a:lnTo>
                  <a:pt x="7401028" y="98988"/>
                </a:lnTo>
                <a:lnTo>
                  <a:pt x="7434729" y="127119"/>
                </a:lnTo>
                <a:lnTo>
                  <a:pt x="7465747" y="158137"/>
                </a:lnTo>
                <a:lnTo>
                  <a:pt x="7493878" y="191838"/>
                </a:lnTo>
                <a:lnTo>
                  <a:pt x="7518919" y="228018"/>
                </a:lnTo>
                <a:lnTo>
                  <a:pt x="7540666" y="266475"/>
                </a:lnTo>
                <a:lnTo>
                  <a:pt x="7558915" y="307004"/>
                </a:lnTo>
                <a:lnTo>
                  <a:pt x="7573463" y="349403"/>
                </a:lnTo>
                <a:lnTo>
                  <a:pt x="7584107" y="393466"/>
                </a:lnTo>
                <a:lnTo>
                  <a:pt x="7590643" y="438991"/>
                </a:lnTo>
                <a:lnTo>
                  <a:pt x="7592866" y="485774"/>
                </a:lnTo>
                <a:lnTo>
                  <a:pt x="7592866" y="4356654"/>
                </a:lnTo>
                <a:lnTo>
                  <a:pt x="7590643" y="4403438"/>
                </a:lnTo>
                <a:lnTo>
                  <a:pt x="7584107" y="4448963"/>
                </a:lnTo>
                <a:lnTo>
                  <a:pt x="7573463" y="4493026"/>
                </a:lnTo>
                <a:lnTo>
                  <a:pt x="7558915" y="4535424"/>
                </a:lnTo>
                <a:lnTo>
                  <a:pt x="7540666" y="4575954"/>
                </a:lnTo>
                <a:lnTo>
                  <a:pt x="7518919" y="4614410"/>
                </a:lnTo>
                <a:lnTo>
                  <a:pt x="7493878" y="4650591"/>
                </a:lnTo>
                <a:lnTo>
                  <a:pt x="7465747" y="4684292"/>
                </a:lnTo>
                <a:lnTo>
                  <a:pt x="7434729" y="4715310"/>
                </a:lnTo>
                <a:lnTo>
                  <a:pt x="7401028" y="4743441"/>
                </a:lnTo>
                <a:lnTo>
                  <a:pt x="7364847" y="4768482"/>
                </a:lnTo>
                <a:lnTo>
                  <a:pt x="7326391" y="4790229"/>
                </a:lnTo>
                <a:lnTo>
                  <a:pt x="7285862" y="4808478"/>
                </a:lnTo>
                <a:lnTo>
                  <a:pt x="7243463" y="4823026"/>
                </a:lnTo>
                <a:lnTo>
                  <a:pt x="7199400" y="4833670"/>
                </a:lnTo>
                <a:lnTo>
                  <a:pt x="7153875" y="4840206"/>
                </a:lnTo>
                <a:lnTo>
                  <a:pt x="7107091" y="484242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58628" y="1914850"/>
            <a:ext cx="7048499" cy="443864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200" b="1" i="0" u="heavy">
                <a:solidFill>
                  <a:srgbClr val="2E79F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4172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27106" y="929071"/>
            <a:ext cx="6124575" cy="8788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 u="heavy">
                <a:solidFill>
                  <a:srgbClr val="2E79F4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16000" y="1983317"/>
            <a:ext cx="10452735" cy="24136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jpg"/><Relationship Id="rId4" Type="http://schemas.openxmlformats.org/officeDocument/2006/relationships/image" Target="../media/image19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jp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jp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6.jpg"/><Relationship Id="rId5" Type="http://schemas.openxmlformats.org/officeDocument/2006/relationships/image" Target="../media/image45.jpg"/><Relationship Id="rId4" Type="http://schemas.openxmlformats.org/officeDocument/2006/relationships/image" Target="../media/image44.jp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0.jpg"/><Relationship Id="rId4" Type="http://schemas.openxmlformats.org/officeDocument/2006/relationships/image" Target="../media/image49.jp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3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g"/><Relationship Id="rId2" Type="http://schemas.openxmlformats.org/officeDocument/2006/relationships/image" Target="../media/image47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jp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1.jpg"/><Relationship Id="rId4" Type="http://schemas.openxmlformats.org/officeDocument/2006/relationships/image" Target="../media/image60.jp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6402705" y="3162300"/>
            <a:ext cx="5482590" cy="3322704"/>
          </a:xfrm>
          <a:prstGeom prst="rect">
            <a:avLst/>
          </a:prstGeom>
        </p:spPr>
        <p:txBody>
          <a:bodyPr vert="horz" wrap="square" lIns="0" tIns="715010" rIns="0" bIns="0" rtlCol="0">
            <a:spAutoFit/>
          </a:bodyPr>
          <a:lstStyle/>
          <a:p>
            <a:pPr marR="247015" algn="ctr">
              <a:lnSpc>
                <a:spcPct val="100000"/>
              </a:lnSpc>
              <a:spcBef>
                <a:spcPts val="5630"/>
              </a:spcBef>
            </a:pPr>
            <a:r>
              <a:rPr sz="16900" b="1" spc="-131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endParaRPr sz="169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41437" y="457218"/>
            <a:ext cx="1295399" cy="125483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u="heavy" spc="-2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Database</a:t>
            </a:r>
            <a:endParaRPr sz="5600"/>
          </a:p>
        </p:txBody>
      </p:sp>
      <p:sp>
        <p:nvSpPr>
          <p:cNvPr id="4" name="object 4"/>
          <p:cNvSpPr txBox="1"/>
          <p:nvPr/>
        </p:nvSpPr>
        <p:spPr>
          <a:xfrm>
            <a:off x="1016000" y="2479948"/>
            <a:ext cx="16584294" cy="14046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114" dirty="0">
                <a:solidFill>
                  <a:srgbClr val="FFFFFF"/>
                </a:solidFill>
                <a:latin typeface="Arial MT"/>
                <a:cs typeface="Arial MT"/>
              </a:rPr>
              <a:t>Database</a:t>
            </a:r>
            <a:r>
              <a:rPr sz="32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2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17D9FF"/>
                </a:solidFill>
                <a:latin typeface="Arial MT"/>
                <a:cs typeface="Arial MT"/>
              </a:rPr>
              <a:t>collection</a:t>
            </a:r>
            <a:r>
              <a:rPr sz="3200" spc="-75" dirty="0">
                <a:solidFill>
                  <a:srgbClr val="17D9FF"/>
                </a:solidFill>
                <a:latin typeface="Arial MT"/>
                <a:cs typeface="Arial MT"/>
              </a:rPr>
              <a:t> </a:t>
            </a:r>
            <a:r>
              <a:rPr sz="3200" spc="60" dirty="0">
                <a:solidFill>
                  <a:srgbClr val="17D9FF"/>
                </a:solidFill>
                <a:latin typeface="Arial MT"/>
                <a:cs typeface="Arial MT"/>
              </a:rPr>
              <a:t>of</a:t>
            </a:r>
            <a:r>
              <a:rPr sz="3200" spc="-75" dirty="0">
                <a:solidFill>
                  <a:srgbClr val="17D9F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17D9FF"/>
                </a:solidFill>
                <a:latin typeface="Arial MT"/>
                <a:cs typeface="Arial MT"/>
              </a:rPr>
              <a:t>data</a:t>
            </a:r>
            <a:r>
              <a:rPr sz="3200" spc="-75" dirty="0">
                <a:solidFill>
                  <a:srgbClr val="17D9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8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format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65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80" dirty="0">
                <a:solidFill>
                  <a:srgbClr val="FFFFFF"/>
                </a:solidFill>
                <a:latin typeface="Arial MT"/>
                <a:cs typeface="Arial MT"/>
              </a:rPr>
              <a:t>easily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55" dirty="0">
                <a:solidFill>
                  <a:srgbClr val="FFFFFF"/>
                </a:solidFill>
                <a:latin typeface="Arial MT"/>
                <a:cs typeface="Arial MT"/>
              </a:rPr>
              <a:t>accessed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(Digital)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175"/>
              </a:spcBef>
            </a:pP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200" spc="-2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software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application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32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25" dirty="0">
                <a:solidFill>
                  <a:srgbClr val="FFFFFF"/>
                </a:solidFill>
                <a:latin typeface="Arial MT"/>
                <a:cs typeface="Arial MT"/>
              </a:rPr>
              <a:t>manage</a:t>
            </a:r>
            <a:r>
              <a:rPr sz="32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65" dirty="0">
                <a:solidFill>
                  <a:srgbClr val="FFFFFF"/>
                </a:solidFill>
                <a:latin typeface="Arial MT"/>
                <a:cs typeface="Arial MT"/>
              </a:rPr>
              <a:t>DB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2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called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70" dirty="0">
                <a:solidFill>
                  <a:srgbClr val="FFFFFF"/>
                </a:solidFill>
                <a:latin typeface="Arial MT"/>
                <a:cs typeface="Arial MT"/>
              </a:rPr>
              <a:t>DBMS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30" dirty="0">
                <a:solidFill>
                  <a:srgbClr val="FFFFFF"/>
                </a:solidFill>
                <a:latin typeface="Arial MT"/>
                <a:cs typeface="Arial MT"/>
              </a:rPr>
              <a:t>(</a:t>
            </a:r>
            <a:r>
              <a:rPr sz="3200" spc="-130" dirty="0">
                <a:solidFill>
                  <a:srgbClr val="17D9FF"/>
                </a:solidFill>
                <a:latin typeface="Arial MT"/>
                <a:cs typeface="Arial MT"/>
              </a:rPr>
              <a:t>Database</a:t>
            </a:r>
            <a:r>
              <a:rPr sz="3200" spc="-90" dirty="0">
                <a:solidFill>
                  <a:srgbClr val="17D9FF"/>
                </a:solidFill>
                <a:latin typeface="Arial MT"/>
                <a:cs typeface="Arial MT"/>
              </a:rPr>
              <a:t> </a:t>
            </a:r>
            <a:r>
              <a:rPr sz="3200" spc="-65" dirty="0">
                <a:solidFill>
                  <a:srgbClr val="17D9FF"/>
                </a:solidFill>
                <a:latin typeface="Arial MT"/>
                <a:cs typeface="Arial MT"/>
              </a:rPr>
              <a:t>Management</a:t>
            </a:r>
            <a:r>
              <a:rPr sz="3200" spc="-100" dirty="0">
                <a:solidFill>
                  <a:srgbClr val="17D9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17D9FF"/>
                </a:solidFill>
                <a:latin typeface="Arial MT"/>
                <a:cs typeface="Arial MT"/>
              </a:rPr>
              <a:t>System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u="heavy" spc="-33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Types</a:t>
            </a:r>
            <a:r>
              <a:rPr sz="5600" u="heavy" spc="-21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sz="5600" u="heavy" spc="-1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of</a:t>
            </a:r>
            <a:r>
              <a:rPr sz="5600" u="heavy" spc="-21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sz="5600" u="heavy" spc="-2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Databases</a:t>
            </a:r>
            <a:endParaRPr sz="5600"/>
          </a:p>
        </p:txBody>
      </p:sp>
      <p:grpSp>
        <p:nvGrpSpPr>
          <p:cNvPr id="3" name="object 3"/>
          <p:cNvGrpSpPr/>
          <p:nvPr/>
        </p:nvGrpSpPr>
        <p:grpSpPr>
          <a:xfrm>
            <a:off x="10049303" y="4453446"/>
            <a:ext cx="422909" cy="944244"/>
            <a:chOff x="10049303" y="4453446"/>
            <a:chExt cx="422909" cy="944244"/>
          </a:xfrm>
        </p:grpSpPr>
        <p:sp>
          <p:nvSpPr>
            <p:cNvPr id="4" name="object 4"/>
            <p:cNvSpPr/>
            <p:nvPr/>
          </p:nvSpPr>
          <p:spPr>
            <a:xfrm>
              <a:off x="10256933" y="4457043"/>
              <a:ext cx="215265" cy="815975"/>
            </a:xfrm>
            <a:custGeom>
              <a:avLst/>
              <a:gdLst/>
              <a:ahLst/>
              <a:cxnLst/>
              <a:rect l="l" t="t" r="r" b="b"/>
              <a:pathLst>
                <a:path w="215265" h="815975">
                  <a:moveTo>
                    <a:pt x="38973" y="815891"/>
                  </a:moveTo>
                  <a:lnTo>
                    <a:pt x="30224" y="815891"/>
                  </a:lnTo>
                  <a:lnTo>
                    <a:pt x="22556" y="803049"/>
                  </a:lnTo>
                  <a:lnTo>
                    <a:pt x="7643" y="754532"/>
                  </a:lnTo>
                  <a:lnTo>
                    <a:pt x="88" y="142508"/>
                  </a:lnTo>
                  <a:lnTo>
                    <a:pt x="0" y="11046"/>
                  </a:lnTo>
                  <a:lnTo>
                    <a:pt x="567" y="0"/>
                  </a:lnTo>
                  <a:lnTo>
                    <a:pt x="25664" y="47263"/>
                  </a:lnTo>
                  <a:lnTo>
                    <a:pt x="34517" y="59578"/>
                  </a:lnTo>
                  <a:lnTo>
                    <a:pt x="44637" y="70872"/>
                  </a:lnTo>
                  <a:lnTo>
                    <a:pt x="60197" y="86859"/>
                  </a:lnTo>
                  <a:lnTo>
                    <a:pt x="75276" y="103277"/>
                  </a:lnTo>
                  <a:lnTo>
                    <a:pt x="103583" y="137618"/>
                  </a:lnTo>
                  <a:lnTo>
                    <a:pt x="132990" y="180728"/>
                  </a:lnTo>
                  <a:lnTo>
                    <a:pt x="157736" y="226057"/>
                  </a:lnTo>
                  <a:lnTo>
                    <a:pt x="178350" y="273509"/>
                  </a:lnTo>
                  <a:lnTo>
                    <a:pt x="195362" y="322985"/>
                  </a:lnTo>
                  <a:lnTo>
                    <a:pt x="209523" y="385311"/>
                  </a:lnTo>
                  <a:lnTo>
                    <a:pt x="214842" y="448777"/>
                  </a:lnTo>
                  <a:lnTo>
                    <a:pt x="212936" y="502247"/>
                  </a:lnTo>
                  <a:lnTo>
                    <a:pt x="205456" y="553507"/>
                  </a:lnTo>
                  <a:lnTo>
                    <a:pt x="192421" y="602547"/>
                  </a:lnTo>
                  <a:lnTo>
                    <a:pt x="173850" y="649361"/>
                  </a:lnTo>
                  <a:lnTo>
                    <a:pt x="149763" y="693938"/>
                  </a:lnTo>
                  <a:lnTo>
                    <a:pt x="120179" y="736271"/>
                  </a:lnTo>
                  <a:lnTo>
                    <a:pt x="85116" y="776351"/>
                  </a:lnTo>
                  <a:lnTo>
                    <a:pt x="51110" y="806709"/>
                  </a:lnTo>
                  <a:lnTo>
                    <a:pt x="38973" y="815891"/>
                  </a:lnTo>
                  <a:close/>
                </a:path>
              </a:pathLst>
            </a:custGeom>
            <a:solidFill>
              <a:srgbClr val="58953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0049303" y="4453446"/>
              <a:ext cx="214629" cy="828675"/>
            </a:xfrm>
            <a:custGeom>
              <a:avLst/>
              <a:gdLst/>
              <a:ahLst/>
              <a:cxnLst/>
              <a:rect l="l" t="t" r="r" b="b"/>
              <a:pathLst>
                <a:path w="214629" h="828675">
                  <a:moveTo>
                    <a:pt x="197650" y="828180"/>
                  </a:moveTo>
                  <a:lnTo>
                    <a:pt x="193045" y="828180"/>
                  </a:lnTo>
                  <a:lnTo>
                    <a:pt x="181232" y="818836"/>
                  </a:lnTo>
                  <a:lnTo>
                    <a:pt x="147409" y="789170"/>
                  </a:lnTo>
                  <a:lnTo>
                    <a:pt x="113862" y="753591"/>
                  </a:lnTo>
                  <a:lnTo>
                    <a:pt x="83884" y="715720"/>
                  </a:lnTo>
                  <a:lnTo>
                    <a:pt x="57786" y="675360"/>
                  </a:lnTo>
                  <a:lnTo>
                    <a:pt x="35877" y="632311"/>
                  </a:lnTo>
                  <a:lnTo>
                    <a:pt x="18466" y="586373"/>
                  </a:lnTo>
                  <a:lnTo>
                    <a:pt x="4812" y="505070"/>
                  </a:lnTo>
                  <a:lnTo>
                    <a:pt x="515" y="457648"/>
                  </a:lnTo>
                  <a:lnTo>
                    <a:pt x="0" y="424131"/>
                  </a:lnTo>
                  <a:lnTo>
                    <a:pt x="5123" y="375954"/>
                  </a:lnTo>
                  <a:lnTo>
                    <a:pt x="13868" y="328816"/>
                  </a:lnTo>
                  <a:lnTo>
                    <a:pt x="26406" y="282763"/>
                  </a:lnTo>
                  <a:lnTo>
                    <a:pt x="42909" y="237843"/>
                  </a:lnTo>
                  <a:lnTo>
                    <a:pt x="63550" y="194105"/>
                  </a:lnTo>
                  <a:lnTo>
                    <a:pt x="86481" y="155156"/>
                  </a:lnTo>
                  <a:lnTo>
                    <a:pt x="112335" y="118566"/>
                  </a:lnTo>
                  <a:lnTo>
                    <a:pt x="141358" y="84574"/>
                  </a:lnTo>
                  <a:lnTo>
                    <a:pt x="173796" y="53419"/>
                  </a:lnTo>
                  <a:lnTo>
                    <a:pt x="185847" y="42710"/>
                  </a:lnTo>
                  <a:lnTo>
                    <a:pt x="191394" y="37040"/>
                  </a:lnTo>
                  <a:lnTo>
                    <a:pt x="205111" y="2582"/>
                  </a:lnTo>
                  <a:lnTo>
                    <a:pt x="207160" y="0"/>
                  </a:lnTo>
                  <a:lnTo>
                    <a:pt x="208196" y="2075"/>
                  </a:lnTo>
                  <a:lnTo>
                    <a:pt x="214045" y="723946"/>
                  </a:lnTo>
                  <a:lnTo>
                    <a:pt x="206911" y="781702"/>
                  </a:lnTo>
                  <a:lnTo>
                    <a:pt x="202751" y="807742"/>
                  </a:lnTo>
                  <a:lnTo>
                    <a:pt x="201216" y="814421"/>
                  </a:lnTo>
                  <a:lnTo>
                    <a:pt x="198180" y="824076"/>
                  </a:lnTo>
                  <a:lnTo>
                    <a:pt x="197650" y="828180"/>
                  </a:lnTo>
                  <a:close/>
                </a:path>
              </a:pathLst>
            </a:custGeom>
            <a:solidFill>
              <a:srgbClr val="6BAB4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0242165" y="5163006"/>
              <a:ext cx="53340" cy="234315"/>
            </a:xfrm>
            <a:custGeom>
              <a:avLst/>
              <a:gdLst/>
              <a:ahLst/>
              <a:cxnLst/>
              <a:rect l="l" t="t" r="r" b="b"/>
              <a:pathLst>
                <a:path w="53340" h="234314">
                  <a:moveTo>
                    <a:pt x="39511" y="234106"/>
                  </a:moveTo>
                  <a:lnTo>
                    <a:pt x="36426" y="234106"/>
                  </a:lnTo>
                  <a:lnTo>
                    <a:pt x="32350" y="231040"/>
                  </a:lnTo>
                  <a:lnTo>
                    <a:pt x="27699" y="230510"/>
                  </a:lnTo>
                  <a:lnTo>
                    <a:pt x="23601" y="228965"/>
                  </a:lnTo>
                  <a:lnTo>
                    <a:pt x="13861" y="225086"/>
                  </a:lnTo>
                  <a:lnTo>
                    <a:pt x="13861" y="204872"/>
                  </a:lnTo>
                  <a:lnTo>
                    <a:pt x="12409" y="183785"/>
                  </a:lnTo>
                  <a:lnTo>
                    <a:pt x="10050" y="162890"/>
                  </a:lnTo>
                  <a:lnTo>
                    <a:pt x="6258" y="142190"/>
                  </a:lnTo>
                  <a:lnTo>
                    <a:pt x="506" y="121687"/>
                  </a:lnTo>
                  <a:lnTo>
                    <a:pt x="0" y="120165"/>
                  </a:lnTo>
                  <a:lnTo>
                    <a:pt x="0" y="118090"/>
                  </a:lnTo>
                  <a:lnTo>
                    <a:pt x="3453" y="111753"/>
                  </a:lnTo>
                  <a:lnTo>
                    <a:pt x="5644" y="105122"/>
                  </a:lnTo>
                  <a:lnTo>
                    <a:pt x="7061" y="98300"/>
                  </a:lnTo>
                  <a:lnTo>
                    <a:pt x="8197" y="91392"/>
                  </a:lnTo>
                  <a:lnTo>
                    <a:pt x="11361" y="74361"/>
                  </a:lnTo>
                  <a:lnTo>
                    <a:pt x="13950" y="57128"/>
                  </a:lnTo>
                  <a:lnTo>
                    <a:pt x="15964" y="39702"/>
                  </a:lnTo>
                  <a:lnTo>
                    <a:pt x="17407" y="22087"/>
                  </a:lnTo>
                  <a:lnTo>
                    <a:pt x="17407" y="19505"/>
                  </a:lnTo>
                  <a:lnTo>
                    <a:pt x="17959" y="2075"/>
                  </a:lnTo>
                  <a:lnTo>
                    <a:pt x="20492" y="0"/>
                  </a:lnTo>
                  <a:lnTo>
                    <a:pt x="20492" y="13372"/>
                  </a:lnTo>
                  <a:lnTo>
                    <a:pt x="22021" y="30008"/>
                  </a:lnTo>
                  <a:lnTo>
                    <a:pt x="31268" y="79611"/>
                  </a:lnTo>
                  <a:lnTo>
                    <a:pt x="53327" y="109929"/>
                  </a:lnTo>
                  <a:lnTo>
                    <a:pt x="48972" y="117275"/>
                  </a:lnTo>
                  <a:lnTo>
                    <a:pt x="45083" y="124814"/>
                  </a:lnTo>
                  <a:lnTo>
                    <a:pt x="42110" y="132738"/>
                  </a:lnTo>
                  <a:lnTo>
                    <a:pt x="40618" y="140624"/>
                  </a:lnTo>
                  <a:lnTo>
                    <a:pt x="39511" y="148846"/>
                  </a:lnTo>
                  <a:lnTo>
                    <a:pt x="37969" y="157077"/>
                  </a:lnTo>
                  <a:lnTo>
                    <a:pt x="38475" y="165285"/>
                  </a:lnTo>
                  <a:lnTo>
                    <a:pt x="38475" y="212549"/>
                  </a:lnTo>
                  <a:lnTo>
                    <a:pt x="39970" y="228965"/>
                  </a:lnTo>
                  <a:lnTo>
                    <a:pt x="40018" y="231570"/>
                  </a:lnTo>
                  <a:lnTo>
                    <a:pt x="39511" y="234106"/>
                  </a:lnTo>
                  <a:close/>
                </a:path>
                <a:path w="53340" h="234314">
                  <a:moveTo>
                    <a:pt x="13861" y="227443"/>
                  </a:moveTo>
                  <a:lnTo>
                    <a:pt x="13394" y="225086"/>
                  </a:lnTo>
                  <a:lnTo>
                    <a:pt x="13354" y="224884"/>
                  </a:lnTo>
                  <a:lnTo>
                    <a:pt x="13861" y="225086"/>
                  </a:lnTo>
                  <a:lnTo>
                    <a:pt x="13861" y="22744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/>
          <p:nvPr/>
        </p:nvSpPr>
        <p:spPr>
          <a:xfrm>
            <a:off x="11923978" y="4889058"/>
            <a:ext cx="561975" cy="287020"/>
          </a:xfrm>
          <a:custGeom>
            <a:avLst/>
            <a:gdLst/>
            <a:ahLst/>
            <a:cxnLst/>
            <a:rect l="l" t="t" r="r" b="b"/>
            <a:pathLst>
              <a:path w="561975" h="287020">
                <a:moveTo>
                  <a:pt x="221254" y="263858"/>
                </a:moveTo>
                <a:lnTo>
                  <a:pt x="146026" y="263858"/>
                </a:lnTo>
                <a:lnTo>
                  <a:pt x="154869" y="263671"/>
                </a:lnTo>
                <a:lnTo>
                  <a:pt x="163606" y="262742"/>
                </a:lnTo>
                <a:lnTo>
                  <a:pt x="206947" y="245034"/>
                </a:lnTo>
                <a:lnTo>
                  <a:pt x="231727" y="215551"/>
                </a:lnTo>
                <a:lnTo>
                  <a:pt x="246222" y="172308"/>
                </a:lnTo>
                <a:lnTo>
                  <a:pt x="247786" y="157002"/>
                </a:lnTo>
                <a:lnTo>
                  <a:pt x="247856" y="156484"/>
                </a:lnTo>
                <a:lnTo>
                  <a:pt x="248107" y="145772"/>
                </a:lnTo>
                <a:lnTo>
                  <a:pt x="248172" y="142981"/>
                </a:lnTo>
                <a:lnTo>
                  <a:pt x="247562" y="129507"/>
                </a:lnTo>
                <a:lnTo>
                  <a:pt x="236935" y="86965"/>
                </a:lnTo>
                <a:lnTo>
                  <a:pt x="207417" y="47437"/>
                </a:lnTo>
                <a:lnTo>
                  <a:pt x="172552" y="28274"/>
                </a:lnTo>
                <a:lnTo>
                  <a:pt x="152762" y="23494"/>
                </a:lnTo>
                <a:lnTo>
                  <a:pt x="152571" y="23494"/>
                </a:lnTo>
                <a:lnTo>
                  <a:pt x="143137" y="22247"/>
                </a:lnTo>
                <a:lnTo>
                  <a:pt x="133687" y="21479"/>
                </a:lnTo>
                <a:lnTo>
                  <a:pt x="124175" y="21099"/>
                </a:lnTo>
                <a:lnTo>
                  <a:pt x="22831" y="21099"/>
                </a:lnTo>
                <a:lnTo>
                  <a:pt x="17022" y="20599"/>
                </a:lnTo>
                <a:lnTo>
                  <a:pt x="9310" y="19304"/>
                </a:lnTo>
                <a:lnTo>
                  <a:pt x="0" y="18033"/>
                </a:lnTo>
                <a:lnTo>
                  <a:pt x="291" y="18033"/>
                </a:lnTo>
                <a:lnTo>
                  <a:pt x="3855" y="9981"/>
                </a:lnTo>
                <a:lnTo>
                  <a:pt x="4819" y="7415"/>
                </a:lnTo>
                <a:lnTo>
                  <a:pt x="6442" y="4943"/>
                </a:lnTo>
                <a:lnTo>
                  <a:pt x="9153" y="958"/>
                </a:lnTo>
                <a:lnTo>
                  <a:pt x="9257" y="806"/>
                </a:lnTo>
                <a:lnTo>
                  <a:pt x="9357" y="659"/>
                </a:lnTo>
                <a:lnTo>
                  <a:pt x="10956" y="0"/>
                </a:lnTo>
                <a:lnTo>
                  <a:pt x="13213" y="329"/>
                </a:lnTo>
                <a:lnTo>
                  <a:pt x="37736" y="958"/>
                </a:lnTo>
                <a:lnTo>
                  <a:pt x="165318" y="958"/>
                </a:lnTo>
                <a:lnTo>
                  <a:pt x="170264" y="1232"/>
                </a:lnTo>
                <a:lnTo>
                  <a:pt x="217574" y="11912"/>
                </a:lnTo>
                <a:lnTo>
                  <a:pt x="256419" y="37008"/>
                </a:lnTo>
                <a:lnTo>
                  <a:pt x="285063" y="78027"/>
                </a:lnTo>
                <a:lnTo>
                  <a:pt x="295550" y="120036"/>
                </a:lnTo>
                <a:lnTo>
                  <a:pt x="296160" y="128686"/>
                </a:lnTo>
                <a:lnTo>
                  <a:pt x="296117" y="137276"/>
                </a:lnTo>
                <a:lnTo>
                  <a:pt x="295325" y="145772"/>
                </a:lnTo>
                <a:lnTo>
                  <a:pt x="294025" y="160639"/>
                </a:lnTo>
                <a:lnTo>
                  <a:pt x="281501" y="203356"/>
                </a:lnTo>
                <a:lnTo>
                  <a:pt x="259875" y="234912"/>
                </a:lnTo>
                <a:lnTo>
                  <a:pt x="233080" y="257231"/>
                </a:lnTo>
                <a:lnTo>
                  <a:pt x="221254" y="263858"/>
                </a:lnTo>
                <a:close/>
              </a:path>
              <a:path w="561975" h="287020">
                <a:moveTo>
                  <a:pt x="165318" y="958"/>
                </a:moveTo>
                <a:lnTo>
                  <a:pt x="37736" y="958"/>
                </a:lnTo>
                <a:lnTo>
                  <a:pt x="139531" y="329"/>
                </a:lnTo>
                <a:lnTo>
                  <a:pt x="153952" y="329"/>
                </a:lnTo>
                <a:lnTo>
                  <a:pt x="165318" y="958"/>
                </a:lnTo>
                <a:close/>
              </a:path>
              <a:path w="561975" h="287020">
                <a:moveTo>
                  <a:pt x="0" y="18692"/>
                </a:moveTo>
                <a:lnTo>
                  <a:pt x="0" y="18033"/>
                </a:lnTo>
                <a:lnTo>
                  <a:pt x="291" y="18033"/>
                </a:lnTo>
                <a:lnTo>
                  <a:pt x="0" y="18692"/>
                </a:lnTo>
                <a:close/>
              </a:path>
              <a:path w="561975" h="287020">
                <a:moveTo>
                  <a:pt x="108622" y="285071"/>
                </a:moveTo>
                <a:lnTo>
                  <a:pt x="12555" y="284129"/>
                </a:lnTo>
                <a:lnTo>
                  <a:pt x="8370" y="284129"/>
                </a:lnTo>
                <a:lnTo>
                  <a:pt x="8064" y="283493"/>
                </a:lnTo>
                <a:lnTo>
                  <a:pt x="27217" y="264486"/>
                </a:lnTo>
                <a:lnTo>
                  <a:pt x="31716" y="263309"/>
                </a:lnTo>
                <a:lnTo>
                  <a:pt x="36160" y="261222"/>
                </a:lnTo>
                <a:lnTo>
                  <a:pt x="39851" y="259645"/>
                </a:lnTo>
                <a:lnTo>
                  <a:pt x="42085" y="256443"/>
                </a:lnTo>
                <a:lnTo>
                  <a:pt x="43378" y="252582"/>
                </a:lnTo>
                <a:lnTo>
                  <a:pt x="44342" y="250016"/>
                </a:lnTo>
                <a:lnTo>
                  <a:pt x="44888" y="245034"/>
                </a:lnTo>
                <a:lnTo>
                  <a:pt x="44988" y="243896"/>
                </a:lnTo>
                <a:lnTo>
                  <a:pt x="46270" y="206558"/>
                </a:lnTo>
                <a:lnTo>
                  <a:pt x="46197" y="175279"/>
                </a:lnTo>
                <a:lnTo>
                  <a:pt x="46002" y="129507"/>
                </a:lnTo>
                <a:lnTo>
                  <a:pt x="45713" y="86965"/>
                </a:lnTo>
                <a:lnTo>
                  <a:pt x="45632" y="78027"/>
                </a:lnTo>
                <a:lnTo>
                  <a:pt x="45582" y="72450"/>
                </a:lnTo>
                <a:lnTo>
                  <a:pt x="45494" y="62826"/>
                </a:lnTo>
                <a:lnTo>
                  <a:pt x="45447" y="57567"/>
                </a:lnTo>
                <a:lnTo>
                  <a:pt x="45241" y="48590"/>
                </a:lnTo>
                <a:lnTo>
                  <a:pt x="45215" y="47437"/>
                </a:lnTo>
                <a:lnTo>
                  <a:pt x="45107" y="42722"/>
                </a:lnTo>
                <a:lnTo>
                  <a:pt x="45011" y="38522"/>
                </a:lnTo>
                <a:lnTo>
                  <a:pt x="23960" y="21099"/>
                </a:lnTo>
                <a:lnTo>
                  <a:pt x="115363" y="21099"/>
                </a:lnTo>
                <a:lnTo>
                  <a:pt x="96890" y="21964"/>
                </a:lnTo>
                <a:lnTo>
                  <a:pt x="91717" y="24507"/>
                </a:lnTo>
                <a:lnTo>
                  <a:pt x="91831" y="103314"/>
                </a:lnTo>
                <a:lnTo>
                  <a:pt x="91954" y="175279"/>
                </a:lnTo>
                <a:lnTo>
                  <a:pt x="92047" y="230076"/>
                </a:lnTo>
                <a:lnTo>
                  <a:pt x="118046" y="260170"/>
                </a:lnTo>
                <a:lnTo>
                  <a:pt x="146026" y="263858"/>
                </a:lnTo>
                <a:lnTo>
                  <a:pt x="221254" y="263858"/>
                </a:lnTo>
                <a:lnTo>
                  <a:pt x="214114" y="267858"/>
                </a:lnTo>
                <a:lnTo>
                  <a:pt x="193979" y="275771"/>
                </a:lnTo>
                <a:lnTo>
                  <a:pt x="172267" y="281210"/>
                </a:lnTo>
                <a:lnTo>
                  <a:pt x="146240" y="284435"/>
                </a:lnTo>
                <a:lnTo>
                  <a:pt x="108622" y="285071"/>
                </a:lnTo>
                <a:close/>
              </a:path>
              <a:path w="561975" h="287020">
                <a:moveTo>
                  <a:pt x="516986" y="266378"/>
                </a:moveTo>
                <a:lnTo>
                  <a:pt x="336494" y="266378"/>
                </a:lnTo>
                <a:lnTo>
                  <a:pt x="342763" y="264401"/>
                </a:lnTo>
                <a:lnTo>
                  <a:pt x="353881" y="261098"/>
                </a:lnTo>
                <a:lnTo>
                  <a:pt x="356664" y="257881"/>
                </a:lnTo>
                <a:lnTo>
                  <a:pt x="357372" y="252865"/>
                </a:lnTo>
                <a:lnTo>
                  <a:pt x="358688" y="245802"/>
                </a:lnTo>
                <a:lnTo>
                  <a:pt x="359519" y="239812"/>
                </a:lnTo>
                <a:lnTo>
                  <a:pt x="359629" y="239022"/>
                </a:lnTo>
                <a:lnTo>
                  <a:pt x="359677" y="214617"/>
                </a:lnTo>
                <a:lnTo>
                  <a:pt x="359795" y="171994"/>
                </a:lnTo>
                <a:lnTo>
                  <a:pt x="359911" y="129776"/>
                </a:lnTo>
                <a:lnTo>
                  <a:pt x="360031" y="106016"/>
                </a:lnTo>
                <a:lnTo>
                  <a:pt x="360117" y="97888"/>
                </a:lnTo>
                <a:lnTo>
                  <a:pt x="360185" y="91381"/>
                </a:lnTo>
                <a:lnTo>
                  <a:pt x="360249" y="85316"/>
                </a:lnTo>
                <a:lnTo>
                  <a:pt x="360372" y="73686"/>
                </a:lnTo>
                <a:lnTo>
                  <a:pt x="360474" y="64079"/>
                </a:lnTo>
                <a:lnTo>
                  <a:pt x="360597" y="47402"/>
                </a:lnTo>
                <a:lnTo>
                  <a:pt x="360373" y="43582"/>
                </a:lnTo>
                <a:lnTo>
                  <a:pt x="360283" y="42043"/>
                </a:lnTo>
                <a:lnTo>
                  <a:pt x="359652" y="36702"/>
                </a:lnTo>
                <a:lnTo>
                  <a:pt x="359199" y="30981"/>
                </a:lnTo>
                <a:lnTo>
                  <a:pt x="322058" y="19634"/>
                </a:lnTo>
                <a:lnTo>
                  <a:pt x="319495" y="19304"/>
                </a:lnTo>
                <a:lnTo>
                  <a:pt x="318840" y="18009"/>
                </a:lnTo>
                <a:lnTo>
                  <a:pt x="319166" y="15773"/>
                </a:lnTo>
                <a:lnTo>
                  <a:pt x="320106" y="10947"/>
                </a:lnTo>
                <a:lnTo>
                  <a:pt x="322928" y="6780"/>
                </a:lnTo>
                <a:lnTo>
                  <a:pt x="325279" y="2589"/>
                </a:lnTo>
                <a:lnTo>
                  <a:pt x="326690" y="353"/>
                </a:lnTo>
                <a:lnTo>
                  <a:pt x="329464" y="965"/>
                </a:lnTo>
                <a:lnTo>
                  <a:pt x="331392" y="1294"/>
                </a:lnTo>
                <a:lnTo>
                  <a:pt x="337744" y="1968"/>
                </a:lnTo>
                <a:lnTo>
                  <a:pt x="334843" y="1968"/>
                </a:lnTo>
                <a:lnTo>
                  <a:pt x="353663" y="2589"/>
                </a:lnTo>
                <a:lnTo>
                  <a:pt x="470420" y="2589"/>
                </a:lnTo>
                <a:lnTo>
                  <a:pt x="479332" y="3300"/>
                </a:lnTo>
                <a:lnTo>
                  <a:pt x="492248" y="6141"/>
                </a:lnTo>
                <a:lnTo>
                  <a:pt x="504502" y="10947"/>
                </a:lnTo>
                <a:lnTo>
                  <a:pt x="516121" y="18009"/>
                </a:lnTo>
                <a:lnTo>
                  <a:pt x="520858" y="21329"/>
                </a:lnTo>
                <a:lnTo>
                  <a:pt x="420994" y="21329"/>
                </a:lnTo>
                <a:lnTo>
                  <a:pt x="408576" y="23895"/>
                </a:lnTo>
                <a:lnTo>
                  <a:pt x="408259" y="24154"/>
                </a:lnTo>
                <a:lnTo>
                  <a:pt x="406534" y="26155"/>
                </a:lnTo>
                <a:lnTo>
                  <a:pt x="406534" y="30981"/>
                </a:lnTo>
                <a:lnTo>
                  <a:pt x="405594" y="56712"/>
                </a:lnTo>
                <a:lnTo>
                  <a:pt x="405503" y="58096"/>
                </a:lnTo>
                <a:lnTo>
                  <a:pt x="405265" y="64079"/>
                </a:lnTo>
                <a:lnTo>
                  <a:pt x="405299" y="73686"/>
                </a:lnTo>
                <a:lnTo>
                  <a:pt x="405430" y="78226"/>
                </a:lnTo>
                <a:lnTo>
                  <a:pt x="405846" y="84836"/>
                </a:lnTo>
                <a:lnTo>
                  <a:pt x="405876" y="120441"/>
                </a:lnTo>
                <a:lnTo>
                  <a:pt x="406152" y="120937"/>
                </a:lnTo>
                <a:lnTo>
                  <a:pt x="406229" y="121076"/>
                </a:lnTo>
                <a:lnTo>
                  <a:pt x="504702" y="121076"/>
                </a:lnTo>
                <a:lnTo>
                  <a:pt x="500392" y="123242"/>
                </a:lnTo>
                <a:lnTo>
                  <a:pt x="498464" y="123902"/>
                </a:lnTo>
                <a:lnTo>
                  <a:pt x="498134" y="125502"/>
                </a:lnTo>
                <a:lnTo>
                  <a:pt x="500062" y="125808"/>
                </a:lnTo>
                <a:lnTo>
                  <a:pt x="501661" y="126468"/>
                </a:lnTo>
                <a:lnTo>
                  <a:pt x="511712" y="129776"/>
                </a:lnTo>
                <a:lnTo>
                  <a:pt x="519621" y="133018"/>
                </a:lnTo>
                <a:lnTo>
                  <a:pt x="527226" y="136923"/>
                </a:lnTo>
                <a:lnTo>
                  <a:pt x="534436" y="141582"/>
                </a:lnTo>
                <a:lnTo>
                  <a:pt x="535242" y="142264"/>
                </a:lnTo>
                <a:lnTo>
                  <a:pt x="406182" y="142264"/>
                </a:lnTo>
                <a:lnTo>
                  <a:pt x="405547" y="143842"/>
                </a:lnTo>
                <a:lnTo>
                  <a:pt x="405661" y="214617"/>
                </a:lnTo>
                <a:lnTo>
                  <a:pt x="418288" y="258120"/>
                </a:lnTo>
                <a:lnTo>
                  <a:pt x="456919" y="263883"/>
                </a:lnTo>
                <a:lnTo>
                  <a:pt x="465007" y="264401"/>
                </a:lnTo>
                <a:lnTo>
                  <a:pt x="519979" y="264401"/>
                </a:lnTo>
                <a:lnTo>
                  <a:pt x="516986" y="266378"/>
                </a:lnTo>
                <a:close/>
              </a:path>
              <a:path w="561975" h="287020">
                <a:moveTo>
                  <a:pt x="325279" y="2589"/>
                </a:moveTo>
                <a:lnTo>
                  <a:pt x="317754" y="2589"/>
                </a:lnTo>
                <a:lnTo>
                  <a:pt x="394906" y="1968"/>
                </a:lnTo>
                <a:lnTo>
                  <a:pt x="325671" y="1968"/>
                </a:lnTo>
                <a:lnTo>
                  <a:pt x="325279" y="2589"/>
                </a:lnTo>
                <a:close/>
              </a:path>
              <a:path w="561975" h="287020">
                <a:moveTo>
                  <a:pt x="470420" y="2589"/>
                </a:moveTo>
                <a:lnTo>
                  <a:pt x="353663" y="2589"/>
                </a:lnTo>
                <a:lnTo>
                  <a:pt x="334843" y="1968"/>
                </a:lnTo>
                <a:lnTo>
                  <a:pt x="462633" y="1968"/>
                </a:lnTo>
                <a:lnTo>
                  <a:pt x="470420" y="2589"/>
                </a:lnTo>
                <a:close/>
              </a:path>
              <a:path w="561975" h="287020">
                <a:moveTo>
                  <a:pt x="504702" y="121076"/>
                </a:moveTo>
                <a:lnTo>
                  <a:pt x="444993" y="121076"/>
                </a:lnTo>
                <a:lnTo>
                  <a:pt x="451788" y="120937"/>
                </a:lnTo>
                <a:lnTo>
                  <a:pt x="464701" y="119782"/>
                </a:lnTo>
                <a:lnTo>
                  <a:pt x="493500" y="91381"/>
                </a:lnTo>
                <a:lnTo>
                  <a:pt x="494646" y="85316"/>
                </a:lnTo>
                <a:lnTo>
                  <a:pt x="494737" y="84836"/>
                </a:lnTo>
                <a:lnTo>
                  <a:pt x="495079" y="80443"/>
                </a:lnTo>
                <a:lnTo>
                  <a:pt x="495184" y="64640"/>
                </a:lnTo>
                <a:lnTo>
                  <a:pt x="493687" y="58096"/>
                </a:lnTo>
                <a:lnTo>
                  <a:pt x="459223" y="26155"/>
                </a:lnTo>
                <a:lnTo>
                  <a:pt x="443386" y="22832"/>
                </a:lnTo>
                <a:lnTo>
                  <a:pt x="442951" y="22832"/>
                </a:lnTo>
                <a:lnTo>
                  <a:pt x="436417" y="22294"/>
                </a:lnTo>
                <a:lnTo>
                  <a:pt x="428706" y="21988"/>
                </a:lnTo>
                <a:lnTo>
                  <a:pt x="420994" y="21329"/>
                </a:lnTo>
                <a:lnTo>
                  <a:pt x="520858" y="21329"/>
                </a:lnTo>
                <a:lnTo>
                  <a:pt x="539387" y="56712"/>
                </a:lnTo>
                <a:lnTo>
                  <a:pt x="539585" y="59843"/>
                </a:lnTo>
                <a:lnTo>
                  <a:pt x="540220" y="66930"/>
                </a:lnTo>
                <a:lnTo>
                  <a:pt x="540220" y="73686"/>
                </a:lnTo>
                <a:lnTo>
                  <a:pt x="538292" y="80443"/>
                </a:lnTo>
                <a:lnTo>
                  <a:pt x="512923" y="116486"/>
                </a:lnTo>
                <a:lnTo>
                  <a:pt x="506810" y="120017"/>
                </a:lnTo>
                <a:lnTo>
                  <a:pt x="504702" y="121076"/>
                </a:lnTo>
                <a:close/>
              </a:path>
              <a:path w="561975" h="287020">
                <a:moveTo>
                  <a:pt x="519979" y="264401"/>
                </a:moveTo>
                <a:lnTo>
                  <a:pt x="465007" y="264401"/>
                </a:lnTo>
                <a:lnTo>
                  <a:pt x="470872" y="263022"/>
                </a:lnTo>
                <a:lnTo>
                  <a:pt x="472907" y="262517"/>
                </a:lnTo>
                <a:lnTo>
                  <a:pt x="505052" y="239812"/>
                </a:lnTo>
                <a:lnTo>
                  <a:pt x="509984" y="229794"/>
                </a:lnTo>
                <a:lnTo>
                  <a:pt x="510337" y="229558"/>
                </a:lnTo>
                <a:lnTo>
                  <a:pt x="512837" y="221534"/>
                </a:lnTo>
                <a:lnTo>
                  <a:pt x="514187" y="213388"/>
                </a:lnTo>
                <a:lnTo>
                  <a:pt x="514576" y="205123"/>
                </a:lnTo>
                <a:lnTo>
                  <a:pt x="514223" y="197400"/>
                </a:lnTo>
                <a:lnTo>
                  <a:pt x="514193" y="196741"/>
                </a:lnTo>
                <a:lnTo>
                  <a:pt x="512886" y="188548"/>
                </a:lnTo>
                <a:lnTo>
                  <a:pt x="512800" y="188006"/>
                </a:lnTo>
                <a:lnTo>
                  <a:pt x="482967" y="151916"/>
                </a:lnTo>
                <a:lnTo>
                  <a:pt x="441872" y="142594"/>
                </a:lnTo>
                <a:lnTo>
                  <a:pt x="411660" y="142264"/>
                </a:lnTo>
                <a:lnTo>
                  <a:pt x="535242" y="142264"/>
                </a:lnTo>
                <a:lnTo>
                  <a:pt x="561098" y="183086"/>
                </a:lnTo>
                <a:lnTo>
                  <a:pt x="561427" y="185017"/>
                </a:lnTo>
                <a:lnTo>
                  <a:pt x="561379" y="197400"/>
                </a:lnTo>
                <a:lnTo>
                  <a:pt x="560476" y="201426"/>
                </a:lnTo>
                <a:lnTo>
                  <a:pt x="560439" y="201590"/>
                </a:lnTo>
                <a:lnTo>
                  <a:pt x="558779" y="214617"/>
                </a:lnTo>
                <a:lnTo>
                  <a:pt x="554829" y="226680"/>
                </a:lnTo>
                <a:lnTo>
                  <a:pt x="548705" y="237782"/>
                </a:lnTo>
                <a:lnTo>
                  <a:pt x="540525" y="247921"/>
                </a:lnTo>
                <a:lnTo>
                  <a:pt x="528756" y="258601"/>
                </a:lnTo>
                <a:lnTo>
                  <a:pt x="519979" y="264401"/>
                </a:lnTo>
                <a:close/>
              </a:path>
              <a:path w="561975" h="287020">
                <a:moveTo>
                  <a:pt x="318836" y="286036"/>
                </a:moveTo>
                <a:lnTo>
                  <a:pt x="317872" y="284717"/>
                </a:lnTo>
                <a:lnTo>
                  <a:pt x="318507" y="280857"/>
                </a:lnTo>
                <a:lnTo>
                  <a:pt x="319048" y="277961"/>
                </a:lnTo>
                <a:lnTo>
                  <a:pt x="320106" y="274736"/>
                </a:lnTo>
                <a:lnTo>
                  <a:pt x="321399" y="271840"/>
                </a:lnTo>
                <a:lnTo>
                  <a:pt x="321983" y="270066"/>
                </a:lnTo>
                <a:lnTo>
                  <a:pt x="323056" y="268668"/>
                </a:lnTo>
                <a:lnTo>
                  <a:pt x="326179" y="266625"/>
                </a:lnTo>
                <a:lnTo>
                  <a:pt x="327889" y="266202"/>
                </a:lnTo>
                <a:lnTo>
                  <a:pt x="329746" y="266378"/>
                </a:lnTo>
                <a:lnTo>
                  <a:pt x="516986" y="266378"/>
                </a:lnTo>
                <a:lnTo>
                  <a:pt x="478034" y="281779"/>
                </a:lnTo>
                <a:lnTo>
                  <a:pt x="461234" y="284717"/>
                </a:lnTo>
                <a:lnTo>
                  <a:pt x="461450" y="284717"/>
                </a:lnTo>
                <a:lnTo>
                  <a:pt x="454311" y="285565"/>
                </a:lnTo>
                <a:lnTo>
                  <a:pt x="322692" y="285565"/>
                </a:lnTo>
                <a:lnTo>
                  <a:pt x="318836" y="286036"/>
                </a:lnTo>
                <a:close/>
              </a:path>
              <a:path w="561975" h="287020">
                <a:moveTo>
                  <a:pt x="423408" y="286611"/>
                </a:moveTo>
                <a:lnTo>
                  <a:pt x="322692" y="285565"/>
                </a:lnTo>
                <a:lnTo>
                  <a:pt x="454311" y="285565"/>
                </a:lnTo>
                <a:lnTo>
                  <a:pt x="451535" y="285895"/>
                </a:lnTo>
                <a:lnTo>
                  <a:pt x="423408" y="2866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600432" y="4984881"/>
            <a:ext cx="1273608" cy="302597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39806" y="4355929"/>
            <a:ext cx="7296149" cy="2285999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1027106" y="2479950"/>
            <a:ext cx="3642360" cy="134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10" dirty="0">
                <a:solidFill>
                  <a:srgbClr val="17D9FF"/>
                </a:solidFill>
                <a:latin typeface="Arial"/>
                <a:cs typeface="Arial"/>
              </a:rPr>
              <a:t>Relational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15"/>
              </a:spcBef>
            </a:pP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32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stored</a:t>
            </a:r>
            <a:r>
              <a:rPr sz="3200" spc="-1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2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tables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981529" y="2479950"/>
            <a:ext cx="4272280" cy="13455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35" dirty="0">
                <a:solidFill>
                  <a:srgbClr val="17D9FF"/>
                </a:solidFill>
                <a:latin typeface="Arial"/>
                <a:cs typeface="Arial"/>
              </a:rPr>
              <a:t>Non-</a:t>
            </a:r>
            <a:r>
              <a:rPr sz="3200" b="1" spc="-75" dirty="0">
                <a:solidFill>
                  <a:srgbClr val="17D9FF"/>
                </a:solidFill>
                <a:latin typeface="Arial"/>
                <a:cs typeface="Arial"/>
              </a:rPr>
              <a:t>relational</a:t>
            </a:r>
            <a:r>
              <a:rPr sz="3200" b="1" spc="-4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3200" b="1" spc="-135" dirty="0">
                <a:solidFill>
                  <a:srgbClr val="FFFFFF"/>
                </a:solidFill>
                <a:latin typeface="Arial"/>
                <a:cs typeface="Arial"/>
              </a:rPr>
              <a:t>(NoSQL)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15"/>
              </a:spcBef>
            </a:pP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stored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32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5" dirty="0">
                <a:solidFill>
                  <a:srgbClr val="FFFFFF"/>
                </a:solidFill>
                <a:latin typeface="Arial MT"/>
                <a:cs typeface="Arial MT"/>
              </a:rPr>
              <a:t>tables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27106" y="7915327"/>
            <a:ext cx="786320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95" dirty="0">
                <a:solidFill>
                  <a:srgbClr val="FFFFFF"/>
                </a:solidFill>
                <a:latin typeface="Arial MT"/>
                <a:cs typeface="Arial MT"/>
              </a:rPr>
              <a:t>**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45" dirty="0">
                <a:solidFill>
                  <a:srgbClr val="FFFFFF"/>
                </a:solidFill>
                <a:latin typeface="Arial MT"/>
                <a:cs typeface="Arial MT"/>
              </a:rPr>
              <a:t>use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25" dirty="0">
                <a:solidFill>
                  <a:srgbClr val="17D9FF"/>
                </a:solidFill>
                <a:latin typeface="Arial MT"/>
                <a:cs typeface="Arial MT"/>
              </a:rPr>
              <a:t>SQL</a:t>
            </a:r>
            <a:r>
              <a:rPr sz="3200" spc="-45" dirty="0">
                <a:solidFill>
                  <a:srgbClr val="17D9FF"/>
                </a:solidFill>
                <a:latin typeface="Arial MT"/>
                <a:cs typeface="Arial MT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work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relational</a:t>
            </a:r>
            <a:r>
              <a:rPr sz="3200" spc="-60" dirty="0">
                <a:solidFill>
                  <a:srgbClr val="FFFFFF"/>
                </a:solidFill>
                <a:latin typeface="Arial MT"/>
                <a:cs typeface="Arial MT"/>
              </a:rPr>
              <a:t> DBMS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u="heavy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What</a:t>
            </a:r>
            <a:r>
              <a:rPr sz="5600" u="heavy" spc="-3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sz="5600" u="heavy" spc="-38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is</a:t>
            </a:r>
            <a:r>
              <a:rPr sz="5600" u="heavy" spc="-21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sz="5600" u="heavy" spc="-52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SQL?</a:t>
            </a:r>
            <a:r>
              <a:rPr sz="5600" u="heavy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endParaRPr sz="5600"/>
          </a:p>
        </p:txBody>
      </p:sp>
      <p:grpSp>
        <p:nvGrpSpPr>
          <p:cNvPr id="3" name="object 3"/>
          <p:cNvGrpSpPr/>
          <p:nvPr/>
        </p:nvGrpSpPr>
        <p:grpSpPr>
          <a:xfrm>
            <a:off x="5706212" y="724266"/>
            <a:ext cx="1190625" cy="1190625"/>
            <a:chOff x="5706212" y="724266"/>
            <a:chExt cx="1190625" cy="1190625"/>
          </a:xfrm>
        </p:grpSpPr>
        <p:sp>
          <p:nvSpPr>
            <p:cNvPr id="4" name="object 4"/>
            <p:cNvSpPr/>
            <p:nvPr/>
          </p:nvSpPr>
          <p:spPr>
            <a:xfrm>
              <a:off x="5706212" y="826906"/>
              <a:ext cx="698500" cy="760095"/>
            </a:xfrm>
            <a:custGeom>
              <a:avLst/>
              <a:gdLst/>
              <a:ahLst/>
              <a:cxnLst/>
              <a:rect l="l" t="t" r="r" b="b"/>
              <a:pathLst>
                <a:path w="698500" h="760094">
                  <a:moveTo>
                    <a:pt x="348976" y="759536"/>
                  </a:moveTo>
                  <a:lnTo>
                    <a:pt x="278634" y="757451"/>
                  </a:lnTo>
                  <a:lnTo>
                    <a:pt x="213123" y="751471"/>
                  </a:lnTo>
                  <a:lnTo>
                    <a:pt x="153844" y="742008"/>
                  </a:lnTo>
                  <a:lnTo>
                    <a:pt x="102199" y="729476"/>
                  </a:lnTo>
                  <a:lnTo>
                    <a:pt x="59590" y="714286"/>
                  </a:lnTo>
                  <a:lnTo>
                    <a:pt x="7088" y="677583"/>
                  </a:lnTo>
                  <a:lnTo>
                    <a:pt x="0" y="656896"/>
                  </a:lnTo>
                  <a:lnTo>
                    <a:pt x="0" y="0"/>
                  </a:lnTo>
                  <a:lnTo>
                    <a:pt x="697952" y="0"/>
                  </a:lnTo>
                  <a:lnTo>
                    <a:pt x="697952" y="370145"/>
                  </a:lnTo>
                  <a:lnTo>
                    <a:pt x="453460" y="755046"/>
                  </a:lnTo>
                  <a:lnTo>
                    <a:pt x="402451" y="758343"/>
                  </a:lnTo>
                  <a:lnTo>
                    <a:pt x="348976" y="759536"/>
                  </a:lnTo>
                  <a:close/>
                </a:path>
              </a:pathLst>
            </a:custGeom>
            <a:solidFill>
              <a:srgbClr val="4083A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706212" y="724266"/>
              <a:ext cx="698500" cy="205740"/>
            </a:xfrm>
            <a:custGeom>
              <a:avLst/>
              <a:gdLst/>
              <a:ahLst/>
              <a:cxnLst/>
              <a:rect l="l" t="t" r="r" b="b"/>
              <a:pathLst>
                <a:path w="698500" h="205740">
                  <a:moveTo>
                    <a:pt x="348976" y="205280"/>
                  </a:moveTo>
                  <a:lnTo>
                    <a:pt x="278657" y="203195"/>
                  </a:lnTo>
                  <a:lnTo>
                    <a:pt x="213157" y="197215"/>
                  </a:lnTo>
                  <a:lnTo>
                    <a:pt x="153879" y="187752"/>
                  </a:lnTo>
                  <a:lnTo>
                    <a:pt x="102229" y="175219"/>
                  </a:lnTo>
                  <a:lnTo>
                    <a:pt x="59611" y="160029"/>
                  </a:lnTo>
                  <a:lnTo>
                    <a:pt x="7091" y="123327"/>
                  </a:lnTo>
                  <a:lnTo>
                    <a:pt x="0" y="102640"/>
                  </a:lnTo>
                  <a:lnTo>
                    <a:pt x="7091" y="81952"/>
                  </a:lnTo>
                  <a:lnTo>
                    <a:pt x="59611" y="45250"/>
                  </a:lnTo>
                  <a:lnTo>
                    <a:pt x="102229" y="30060"/>
                  </a:lnTo>
                  <a:lnTo>
                    <a:pt x="153879" y="17527"/>
                  </a:lnTo>
                  <a:lnTo>
                    <a:pt x="213157" y="8065"/>
                  </a:lnTo>
                  <a:lnTo>
                    <a:pt x="278657" y="2085"/>
                  </a:lnTo>
                  <a:lnTo>
                    <a:pt x="348976" y="0"/>
                  </a:lnTo>
                  <a:lnTo>
                    <a:pt x="419317" y="2085"/>
                  </a:lnTo>
                  <a:lnTo>
                    <a:pt x="484829" y="8065"/>
                  </a:lnTo>
                  <a:lnTo>
                    <a:pt x="544108" y="17527"/>
                  </a:lnTo>
                  <a:lnTo>
                    <a:pt x="595753" y="30060"/>
                  </a:lnTo>
                  <a:lnTo>
                    <a:pt x="638362" y="45250"/>
                  </a:lnTo>
                  <a:lnTo>
                    <a:pt x="690864" y="81952"/>
                  </a:lnTo>
                  <a:lnTo>
                    <a:pt x="697952" y="102640"/>
                  </a:lnTo>
                  <a:lnTo>
                    <a:pt x="690864" y="123327"/>
                  </a:lnTo>
                  <a:lnTo>
                    <a:pt x="638362" y="160029"/>
                  </a:lnTo>
                  <a:lnTo>
                    <a:pt x="595753" y="175219"/>
                  </a:lnTo>
                  <a:lnTo>
                    <a:pt x="544108" y="187752"/>
                  </a:lnTo>
                  <a:lnTo>
                    <a:pt x="484829" y="197215"/>
                  </a:lnTo>
                  <a:lnTo>
                    <a:pt x="419317" y="203195"/>
                  </a:lnTo>
                  <a:lnTo>
                    <a:pt x="348976" y="205280"/>
                  </a:lnTo>
                  <a:close/>
                </a:path>
              </a:pathLst>
            </a:custGeom>
            <a:solidFill>
              <a:srgbClr val="347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706211" y="991132"/>
              <a:ext cx="698500" cy="431165"/>
            </a:xfrm>
            <a:custGeom>
              <a:avLst/>
              <a:gdLst/>
              <a:ahLst/>
              <a:cxnLst/>
              <a:rect l="l" t="t" r="r" b="b"/>
              <a:pathLst>
                <a:path w="698500" h="431165">
                  <a:moveTo>
                    <a:pt x="523697" y="335267"/>
                  </a:moveTo>
                  <a:lnTo>
                    <a:pt x="483692" y="341134"/>
                  </a:lnTo>
                  <a:lnTo>
                    <a:pt x="440931" y="345427"/>
                  </a:lnTo>
                  <a:lnTo>
                    <a:pt x="395884" y="348081"/>
                  </a:lnTo>
                  <a:lnTo>
                    <a:pt x="348970" y="348983"/>
                  </a:lnTo>
                  <a:lnTo>
                    <a:pt x="278625" y="346900"/>
                  </a:lnTo>
                  <a:lnTo>
                    <a:pt x="213118" y="340918"/>
                  </a:lnTo>
                  <a:lnTo>
                    <a:pt x="153835" y="331457"/>
                  </a:lnTo>
                  <a:lnTo>
                    <a:pt x="102196" y="318922"/>
                  </a:lnTo>
                  <a:lnTo>
                    <a:pt x="59588" y="303733"/>
                  </a:lnTo>
                  <a:lnTo>
                    <a:pt x="7086" y="267030"/>
                  </a:lnTo>
                  <a:lnTo>
                    <a:pt x="0" y="246341"/>
                  </a:lnTo>
                  <a:lnTo>
                    <a:pt x="0" y="328447"/>
                  </a:lnTo>
                  <a:lnTo>
                    <a:pt x="27419" y="368401"/>
                  </a:lnTo>
                  <a:lnTo>
                    <a:pt x="102196" y="401027"/>
                  </a:lnTo>
                  <a:lnTo>
                    <a:pt x="153835" y="413562"/>
                  </a:lnTo>
                  <a:lnTo>
                    <a:pt x="213118" y="423024"/>
                  </a:lnTo>
                  <a:lnTo>
                    <a:pt x="278625" y="429006"/>
                  </a:lnTo>
                  <a:lnTo>
                    <a:pt x="348970" y="431088"/>
                  </a:lnTo>
                  <a:lnTo>
                    <a:pt x="381952" y="430631"/>
                  </a:lnTo>
                  <a:lnTo>
                    <a:pt x="414070" y="429310"/>
                  </a:lnTo>
                  <a:lnTo>
                    <a:pt x="445211" y="427164"/>
                  </a:lnTo>
                  <a:lnTo>
                    <a:pt x="475272" y="424281"/>
                  </a:lnTo>
                  <a:lnTo>
                    <a:pt x="523697" y="335267"/>
                  </a:lnTo>
                  <a:close/>
                </a:path>
                <a:path w="698500" h="431165">
                  <a:moveTo>
                    <a:pt x="697941" y="0"/>
                  </a:moveTo>
                  <a:lnTo>
                    <a:pt x="670521" y="39954"/>
                  </a:lnTo>
                  <a:lnTo>
                    <a:pt x="595744" y="72580"/>
                  </a:lnTo>
                  <a:lnTo>
                    <a:pt x="544106" y="85115"/>
                  </a:lnTo>
                  <a:lnTo>
                    <a:pt x="484822" y="94576"/>
                  </a:lnTo>
                  <a:lnTo>
                    <a:pt x="419315" y="100558"/>
                  </a:lnTo>
                  <a:lnTo>
                    <a:pt x="348970" y="102641"/>
                  </a:lnTo>
                  <a:lnTo>
                    <a:pt x="278650" y="100558"/>
                  </a:lnTo>
                  <a:lnTo>
                    <a:pt x="213156" y="94576"/>
                  </a:lnTo>
                  <a:lnTo>
                    <a:pt x="153873" y="85115"/>
                  </a:lnTo>
                  <a:lnTo>
                    <a:pt x="102222" y="72580"/>
                  </a:lnTo>
                  <a:lnTo>
                    <a:pt x="59601" y="57391"/>
                  </a:lnTo>
                  <a:lnTo>
                    <a:pt x="7086" y="20688"/>
                  </a:lnTo>
                  <a:lnTo>
                    <a:pt x="0" y="0"/>
                  </a:lnTo>
                  <a:lnTo>
                    <a:pt x="0" y="82118"/>
                  </a:lnTo>
                  <a:lnTo>
                    <a:pt x="27419" y="122072"/>
                  </a:lnTo>
                  <a:lnTo>
                    <a:pt x="102222" y="154698"/>
                  </a:lnTo>
                  <a:lnTo>
                    <a:pt x="153873" y="167233"/>
                  </a:lnTo>
                  <a:lnTo>
                    <a:pt x="213156" y="176695"/>
                  </a:lnTo>
                  <a:lnTo>
                    <a:pt x="278650" y="182676"/>
                  </a:lnTo>
                  <a:lnTo>
                    <a:pt x="348970" y="184759"/>
                  </a:lnTo>
                  <a:lnTo>
                    <a:pt x="419315" y="182676"/>
                  </a:lnTo>
                  <a:lnTo>
                    <a:pt x="484822" y="176695"/>
                  </a:lnTo>
                  <a:lnTo>
                    <a:pt x="544106" y="167233"/>
                  </a:lnTo>
                  <a:lnTo>
                    <a:pt x="595744" y="154698"/>
                  </a:lnTo>
                  <a:lnTo>
                    <a:pt x="638352" y="139509"/>
                  </a:lnTo>
                  <a:lnTo>
                    <a:pt x="690854" y="102806"/>
                  </a:lnTo>
                  <a:lnTo>
                    <a:pt x="697941" y="82118"/>
                  </a:lnTo>
                  <a:lnTo>
                    <a:pt x="697941" y="0"/>
                  </a:lnTo>
                  <a:close/>
                </a:path>
              </a:pathLst>
            </a:custGeom>
            <a:solidFill>
              <a:srgbClr val="6DDF8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157828" y="1175882"/>
              <a:ext cx="739140" cy="739140"/>
            </a:xfrm>
            <a:custGeom>
              <a:avLst/>
              <a:gdLst/>
              <a:ahLst/>
              <a:cxnLst/>
              <a:rect l="l" t="t" r="r" b="b"/>
              <a:pathLst>
                <a:path w="739140" h="739139">
                  <a:moveTo>
                    <a:pt x="369504" y="739008"/>
                  </a:moveTo>
                  <a:lnTo>
                    <a:pt x="323153" y="736129"/>
                  </a:lnTo>
                  <a:lnTo>
                    <a:pt x="278520" y="727723"/>
                  </a:lnTo>
                  <a:lnTo>
                    <a:pt x="235952" y="714137"/>
                  </a:lnTo>
                  <a:lnTo>
                    <a:pt x="195795" y="695716"/>
                  </a:lnTo>
                  <a:lnTo>
                    <a:pt x="158396" y="672807"/>
                  </a:lnTo>
                  <a:lnTo>
                    <a:pt x="124099" y="645756"/>
                  </a:lnTo>
                  <a:lnTo>
                    <a:pt x="93252" y="614909"/>
                  </a:lnTo>
                  <a:lnTo>
                    <a:pt x="66201" y="580612"/>
                  </a:lnTo>
                  <a:lnTo>
                    <a:pt x="43292" y="543212"/>
                  </a:lnTo>
                  <a:lnTo>
                    <a:pt x="24871" y="503055"/>
                  </a:lnTo>
                  <a:lnTo>
                    <a:pt x="11284" y="460487"/>
                  </a:lnTo>
                  <a:lnTo>
                    <a:pt x="2878" y="415855"/>
                  </a:lnTo>
                  <a:lnTo>
                    <a:pt x="0" y="369504"/>
                  </a:lnTo>
                  <a:lnTo>
                    <a:pt x="2878" y="323153"/>
                  </a:lnTo>
                  <a:lnTo>
                    <a:pt x="11284" y="278520"/>
                  </a:lnTo>
                  <a:lnTo>
                    <a:pt x="24871" y="235952"/>
                  </a:lnTo>
                  <a:lnTo>
                    <a:pt x="43292" y="195795"/>
                  </a:lnTo>
                  <a:lnTo>
                    <a:pt x="66201" y="158396"/>
                  </a:lnTo>
                  <a:lnTo>
                    <a:pt x="93252" y="124099"/>
                  </a:lnTo>
                  <a:lnTo>
                    <a:pt x="124099" y="93252"/>
                  </a:lnTo>
                  <a:lnTo>
                    <a:pt x="158396" y="66201"/>
                  </a:lnTo>
                  <a:lnTo>
                    <a:pt x="195795" y="43292"/>
                  </a:lnTo>
                  <a:lnTo>
                    <a:pt x="235952" y="24871"/>
                  </a:lnTo>
                  <a:lnTo>
                    <a:pt x="278520" y="11284"/>
                  </a:lnTo>
                  <a:lnTo>
                    <a:pt x="323153" y="2878"/>
                  </a:lnTo>
                  <a:lnTo>
                    <a:pt x="369504" y="0"/>
                  </a:lnTo>
                  <a:lnTo>
                    <a:pt x="415855" y="2878"/>
                  </a:lnTo>
                  <a:lnTo>
                    <a:pt x="460487" y="11284"/>
                  </a:lnTo>
                  <a:lnTo>
                    <a:pt x="503055" y="24871"/>
                  </a:lnTo>
                  <a:lnTo>
                    <a:pt x="543212" y="43292"/>
                  </a:lnTo>
                  <a:lnTo>
                    <a:pt x="580612" y="66201"/>
                  </a:lnTo>
                  <a:lnTo>
                    <a:pt x="614909" y="93252"/>
                  </a:lnTo>
                  <a:lnTo>
                    <a:pt x="645756" y="124099"/>
                  </a:lnTo>
                  <a:lnTo>
                    <a:pt x="672807" y="158396"/>
                  </a:lnTo>
                  <a:lnTo>
                    <a:pt x="695716" y="195795"/>
                  </a:lnTo>
                  <a:lnTo>
                    <a:pt x="714137" y="235952"/>
                  </a:lnTo>
                  <a:lnTo>
                    <a:pt x="727723" y="278520"/>
                  </a:lnTo>
                  <a:lnTo>
                    <a:pt x="736129" y="323153"/>
                  </a:lnTo>
                  <a:lnTo>
                    <a:pt x="739008" y="369504"/>
                  </a:lnTo>
                  <a:lnTo>
                    <a:pt x="736129" y="415855"/>
                  </a:lnTo>
                  <a:lnTo>
                    <a:pt x="727723" y="460487"/>
                  </a:lnTo>
                  <a:lnTo>
                    <a:pt x="714137" y="503055"/>
                  </a:lnTo>
                  <a:lnTo>
                    <a:pt x="695716" y="543212"/>
                  </a:lnTo>
                  <a:lnTo>
                    <a:pt x="672807" y="580612"/>
                  </a:lnTo>
                  <a:lnTo>
                    <a:pt x="645756" y="614909"/>
                  </a:lnTo>
                  <a:lnTo>
                    <a:pt x="614909" y="645756"/>
                  </a:lnTo>
                  <a:lnTo>
                    <a:pt x="580612" y="672807"/>
                  </a:lnTo>
                  <a:lnTo>
                    <a:pt x="543212" y="695716"/>
                  </a:lnTo>
                  <a:lnTo>
                    <a:pt x="503055" y="714137"/>
                  </a:lnTo>
                  <a:lnTo>
                    <a:pt x="460487" y="727723"/>
                  </a:lnTo>
                  <a:lnTo>
                    <a:pt x="415855" y="736129"/>
                  </a:lnTo>
                  <a:lnTo>
                    <a:pt x="369504" y="739008"/>
                  </a:lnTo>
                  <a:close/>
                </a:path>
              </a:pathLst>
            </a:custGeom>
            <a:solidFill>
              <a:srgbClr val="34708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260465" y="1401698"/>
              <a:ext cx="534035" cy="287655"/>
            </a:xfrm>
            <a:custGeom>
              <a:avLst/>
              <a:gdLst/>
              <a:ahLst/>
              <a:cxnLst/>
              <a:rect l="l" t="t" r="r" b="b"/>
              <a:pathLst>
                <a:path w="534034" h="287655">
                  <a:moveTo>
                    <a:pt x="164223" y="82105"/>
                  </a:moveTo>
                  <a:lnTo>
                    <a:pt x="157759" y="50165"/>
                  </a:lnTo>
                  <a:lnTo>
                    <a:pt x="140157" y="24066"/>
                  </a:lnTo>
                  <a:lnTo>
                    <a:pt x="114058" y="6451"/>
                  </a:lnTo>
                  <a:lnTo>
                    <a:pt x="82105" y="0"/>
                  </a:lnTo>
                  <a:lnTo>
                    <a:pt x="50165" y="6451"/>
                  </a:lnTo>
                  <a:lnTo>
                    <a:pt x="24066" y="24066"/>
                  </a:lnTo>
                  <a:lnTo>
                    <a:pt x="6451" y="50165"/>
                  </a:lnTo>
                  <a:lnTo>
                    <a:pt x="0" y="82105"/>
                  </a:lnTo>
                  <a:lnTo>
                    <a:pt x="6451" y="114058"/>
                  </a:lnTo>
                  <a:lnTo>
                    <a:pt x="24066" y="140157"/>
                  </a:lnTo>
                  <a:lnTo>
                    <a:pt x="50165" y="157759"/>
                  </a:lnTo>
                  <a:lnTo>
                    <a:pt x="98069" y="167462"/>
                  </a:lnTo>
                  <a:lnTo>
                    <a:pt x="111112" y="176276"/>
                  </a:lnTo>
                  <a:lnTo>
                    <a:pt x="119926" y="189318"/>
                  </a:lnTo>
                  <a:lnTo>
                    <a:pt x="123164" y="205282"/>
                  </a:lnTo>
                  <a:lnTo>
                    <a:pt x="119926" y="221234"/>
                  </a:lnTo>
                  <a:lnTo>
                    <a:pt x="111112" y="234289"/>
                  </a:lnTo>
                  <a:lnTo>
                    <a:pt x="98069" y="243103"/>
                  </a:lnTo>
                  <a:lnTo>
                    <a:pt x="82105" y="246329"/>
                  </a:lnTo>
                  <a:lnTo>
                    <a:pt x="66154" y="243103"/>
                  </a:lnTo>
                  <a:lnTo>
                    <a:pt x="53098" y="234289"/>
                  </a:lnTo>
                  <a:lnTo>
                    <a:pt x="44284" y="221234"/>
                  </a:lnTo>
                  <a:lnTo>
                    <a:pt x="39433" y="197307"/>
                  </a:lnTo>
                  <a:lnTo>
                    <a:pt x="35026" y="190779"/>
                  </a:lnTo>
                  <a:lnTo>
                    <a:pt x="0" y="205282"/>
                  </a:lnTo>
                  <a:lnTo>
                    <a:pt x="6451" y="237223"/>
                  </a:lnTo>
                  <a:lnTo>
                    <a:pt x="24066" y="263321"/>
                  </a:lnTo>
                  <a:lnTo>
                    <a:pt x="50165" y="280936"/>
                  </a:lnTo>
                  <a:lnTo>
                    <a:pt x="82105" y="287388"/>
                  </a:lnTo>
                  <a:lnTo>
                    <a:pt x="114058" y="280936"/>
                  </a:lnTo>
                  <a:lnTo>
                    <a:pt x="140157" y="263321"/>
                  </a:lnTo>
                  <a:lnTo>
                    <a:pt x="157759" y="237223"/>
                  </a:lnTo>
                  <a:lnTo>
                    <a:pt x="164223" y="205282"/>
                  </a:lnTo>
                  <a:lnTo>
                    <a:pt x="157759" y="173329"/>
                  </a:lnTo>
                  <a:lnTo>
                    <a:pt x="140157" y="147231"/>
                  </a:lnTo>
                  <a:lnTo>
                    <a:pt x="114058" y="129628"/>
                  </a:lnTo>
                  <a:lnTo>
                    <a:pt x="66154" y="119926"/>
                  </a:lnTo>
                  <a:lnTo>
                    <a:pt x="53098" y="111112"/>
                  </a:lnTo>
                  <a:lnTo>
                    <a:pt x="44284" y="98069"/>
                  </a:lnTo>
                  <a:lnTo>
                    <a:pt x="41059" y="82105"/>
                  </a:lnTo>
                  <a:lnTo>
                    <a:pt x="44284" y="66154"/>
                  </a:lnTo>
                  <a:lnTo>
                    <a:pt x="53098" y="53098"/>
                  </a:lnTo>
                  <a:lnTo>
                    <a:pt x="66154" y="44284"/>
                  </a:lnTo>
                  <a:lnTo>
                    <a:pt x="82105" y="41059"/>
                  </a:lnTo>
                  <a:lnTo>
                    <a:pt x="98069" y="44284"/>
                  </a:lnTo>
                  <a:lnTo>
                    <a:pt x="111112" y="53098"/>
                  </a:lnTo>
                  <a:lnTo>
                    <a:pt x="119926" y="66154"/>
                  </a:lnTo>
                  <a:lnTo>
                    <a:pt x="124777" y="90093"/>
                  </a:lnTo>
                  <a:lnTo>
                    <a:pt x="129184" y="96608"/>
                  </a:lnTo>
                  <a:lnTo>
                    <a:pt x="135712" y="101015"/>
                  </a:lnTo>
                  <a:lnTo>
                    <a:pt x="143687" y="102641"/>
                  </a:lnTo>
                  <a:lnTo>
                    <a:pt x="151676" y="101015"/>
                  </a:lnTo>
                  <a:lnTo>
                    <a:pt x="158203" y="96608"/>
                  </a:lnTo>
                  <a:lnTo>
                    <a:pt x="162598" y="90093"/>
                  </a:lnTo>
                  <a:lnTo>
                    <a:pt x="164223" y="82105"/>
                  </a:lnTo>
                  <a:close/>
                </a:path>
                <a:path w="534034" h="287655">
                  <a:moveTo>
                    <a:pt x="369506" y="82105"/>
                  </a:moveTo>
                  <a:lnTo>
                    <a:pt x="363042" y="50165"/>
                  </a:lnTo>
                  <a:lnTo>
                    <a:pt x="356895" y="41059"/>
                  </a:lnTo>
                  <a:lnTo>
                    <a:pt x="345440" y="24066"/>
                  </a:lnTo>
                  <a:lnTo>
                    <a:pt x="328447" y="12611"/>
                  </a:lnTo>
                  <a:lnTo>
                    <a:pt x="328447" y="82105"/>
                  </a:lnTo>
                  <a:lnTo>
                    <a:pt x="328447" y="199097"/>
                  </a:lnTo>
                  <a:lnTo>
                    <a:pt x="324993" y="193890"/>
                  </a:lnTo>
                  <a:lnTo>
                    <a:pt x="319239" y="188125"/>
                  </a:lnTo>
                  <a:lnTo>
                    <a:pt x="311886" y="185115"/>
                  </a:lnTo>
                  <a:lnTo>
                    <a:pt x="304088" y="185115"/>
                  </a:lnTo>
                  <a:lnTo>
                    <a:pt x="296697" y="188125"/>
                  </a:lnTo>
                  <a:lnTo>
                    <a:pt x="290817" y="193890"/>
                  </a:lnTo>
                  <a:lnTo>
                    <a:pt x="287756" y="201231"/>
                  </a:lnTo>
                  <a:lnTo>
                    <a:pt x="287718" y="209105"/>
                  </a:lnTo>
                  <a:lnTo>
                    <a:pt x="290842" y="216662"/>
                  </a:lnTo>
                  <a:lnTo>
                    <a:pt x="307111" y="241046"/>
                  </a:lnTo>
                  <a:lnTo>
                    <a:pt x="301180" y="244335"/>
                  </a:lnTo>
                  <a:lnTo>
                    <a:pt x="294525" y="246329"/>
                  </a:lnTo>
                  <a:lnTo>
                    <a:pt x="287388" y="246329"/>
                  </a:lnTo>
                  <a:lnTo>
                    <a:pt x="271437" y="243103"/>
                  </a:lnTo>
                  <a:lnTo>
                    <a:pt x="258381" y="234289"/>
                  </a:lnTo>
                  <a:lnTo>
                    <a:pt x="249567" y="221234"/>
                  </a:lnTo>
                  <a:lnTo>
                    <a:pt x="246329" y="205282"/>
                  </a:lnTo>
                  <a:lnTo>
                    <a:pt x="246329" y="82105"/>
                  </a:lnTo>
                  <a:lnTo>
                    <a:pt x="249567" y="66154"/>
                  </a:lnTo>
                  <a:lnTo>
                    <a:pt x="258381" y="53098"/>
                  </a:lnTo>
                  <a:lnTo>
                    <a:pt x="271437" y="44284"/>
                  </a:lnTo>
                  <a:lnTo>
                    <a:pt x="287388" y="41059"/>
                  </a:lnTo>
                  <a:lnTo>
                    <a:pt x="303339" y="44284"/>
                  </a:lnTo>
                  <a:lnTo>
                    <a:pt x="316395" y="53098"/>
                  </a:lnTo>
                  <a:lnTo>
                    <a:pt x="325208" y="66154"/>
                  </a:lnTo>
                  <a:lnTo>
                    <a:pt x="328447" y="82105"/>
                  </a:lnTo>
                  <a:lnTo>
                    <a:pt x="328447" y="12611"/>
                  </a:lnTo>
                  <a:lnTo>
                    <a:pt x="319328" y="6451"/>
                  </a:lnTo>
                  <a:lnTo>
                    <a:pt x="287388" y="0"/>
                  </a:lnTo>
                  <a:lnTo>
                    <a:pt x="255447" y="6451"/>
                  </a:lnTo>
                  <a:lnTo>
                    <a:pt x="229349" y="24066"/>
                  </a:lnTo>
                  <a:lnTo>
                    <a:pt x="211734" y="50165"/>
                  </a:lnTo>
                  <a:lnTo>
                    <a:pt x="205282" y="82105"/>
                  </a:lnTo>
                  <a:lnTo>
                    <a:pt x="205282" y="205282"/>
                  </a:lnTo>
                  <a:lnTo>
                    <a:pt x="211734" y="237223"/>
                  </a:lnTo>
                  <a:lnTo>
                    <a:pt x="229349" y="263321"/>
                  </a:lnTo>
                  <a:lnTo>
                    <a:pt x="255447" y="280936"/>
                  </a:lnTo>
                  <a:lnTo>
                    <a:pt x="287388" y="287388"/>
                  </a:lnTo>
                  <a:lnTo>
                    <a:pt x="298881" y="286562"/>
                  </a:lnTo>
                  <a:lnTo>
                    <a:pt x="309841" y="284149"/>
                  </a:lnTo>
                  <a:lnTo>
                    <a:pt x="320205" y="280314"/>
                  </a:lnTo>
                  <a:lnTo>
                    <a:pt x="329895" y="275196"/>
                  </a:lnTo>
                  <a:lnTo>
                    <a:pt x="335800" y="284149"/>
                  </a:lnTo>
                  <a:lnTo>
                    <a:pt x="342315" y="287388"/>
                  </a:lnTo>
                  <a:lnTo>
                    <a:pt x="352907" y="287388"/>
                  </a:lnTo>
                  <a:lnTo>
                    <a:pt x="369163" y="263042"/>
                  </a:lnTo>
                  <a:lnTo>
                    <a:pt x="366052" y="255473"/>
                  </a:lnTo>
                  <a:lnTo>
                    <a:pt x="359930" y="246329"/>
                  </a:lnTo>
                  <a:lnTo>
                    <a:pt x="358914" y="244805"/>
                  </a:lnTo>
                  <a:lnTo>
                    <a:pt x="363308" y="235686"/>
                  </a:lnTo>
                  <a:lnTo>
                    <a:pt x="366649" y="226034"/>
                  </a:lnTo>
                  <a:lnTo>
                    <a:pt x="368757" y="215887"/>
                  </a:lnTo>
                  <a:lnTo>
                    <a:pt x="369506" y="205282"/>
                  </a:lnTo>
                  <a:lnTo>
                    <a:pt x="369506" y="199097"/>
                  </a:lnTo>
                  <a:lnTo>
                    <a:pt x="369506" y="82105"/>
                  </a:lnTo>
                  <a:close/>
                </a:path>
                <a:path w="534034" h="287655">
                  <a:moveTo>
                    <a:pt x="533730" y="266865"/>
                  </a:moveTo>
                  <a:lnTo>
                    <a:pt x="532104" y="258889"/>
                  </a:lnTo>
                  <a:lnTo>
                    <a:pt x="527697" y="252361"/>
                  </a:lnTo>
                  <a:lnTo>
                    <a:pt x="521169" y="247954"/>
                  </a:lnTo>
                  <a:lnTo>
                    <a:pt x="513194" y="246329"/>
                  </a:lnTo>
                  <a:lnTo>
                    <a:pt x="451612" y="246329"/>
                  </a:lnTo>
                  <a:lnTo>
                    <a:pt x="451612" y="20523"/>
                  </a:lnTo>
                  <a:lnTo>
                    <a:pt x="449999" y="12547"/>
                  </a:lnTo>
                  <a:lnTo>
                    <a:pt x="445592" y="6019"/>
                  </a:lnTo>
                  <a:lnTo>
                    <a:pt x="439064" y="1612"/>
                  </a:lnTo>
                  <a:lnTo>
                    <a:pt x="431088" y="0"/>
                  </a:lnTo>
                  <a:lnTo>
                    <a:pt x="423113" y="1612"/>
                  </a:lnTo>
                  <a:lnTo>
                    <a:pt x="416585" y="6019"/>
                  </a:lnTo>
                  <a:lnTo>
                    <a:pt x="412178" y="12547"/>
                  </a:lnTo>
                  <a:lnTo>
                    <a:pt x="410552" y="20523"/>
                  </a:lnTo>
                  <a:lnTo>
                    <a:pt x="410552" y="266865"/>
                  </a:lnTo>
                  <a:lnTo>
                    <a:pt x="412178" y="274840"/>
                  </a:lnTo>
                  <a:lnTo>
                    <a:pt x="416585" y="281368"/>
                  </a:lnTo>
                  <a:lnTo>
                    <a:pt x="423113" y="285775"/>
                  </a:lnTo>
                  <a:lnTo>
                    <a:pt x="431088" y="287388"/>
                  </a:lnTo>
                  <a:lnTo>
                    <a:pt x="513194" y="287388"/>
                  </a:lnTo>
                  <a:lnTo>
                    <a:pt x="521169" y="285775"/>
                  </a:lnTo>
                  <a:lnTo>
                    <a:pt x="527697" y="281368"/>
                  </a:lnTo>
                  <a:lnTo>
                    <a:pt x="532104" y="274840"/>
                  </a:lnTo>
                  <a:lnTo>
                    <a:pt x="533730" y="2668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016000" y="2055558"/>
            <a:ext cx="13016230" cy="5592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17D9FF"/>
                </a:solidFill>
                <a:latin typeface="Arial MT"/>
                <a:cs typeface="Arial MT"/>
              </a:rPr>
              <a:t>Structured</a:t>
            </a:r>
            <a:r>
              <a:rPr sz="3200" spc="-190" dirty="0">
                <a:solidFill>
                  <a:srgbClr val="17D9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7D9FF"/>
                </a:solidFill>
                <a:latin typeface="Arial MT"/>
                <a:cs typeface="Arial MT"/>
              </a:rPr>
              <a:t>Query</a:t>
            </a:r>
            <a:r>
              <a:rPr sz="3200" spc="-180" dirty="0">
                <a:solidFill>
                  <a:srgbClr val="17D9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17D9FF"/>
                </a:solidFill>
                <a:latin typeface="Arial MT"/>
                <a:cs typeface="Arial MT"/>
              </a:rPr>
              <a:t>Language</a:t>
            </a:r>
            <a:endParaRPr sz="3200">
              <a:latin typeface="Arial MT"/>
              <a:cs typeface="Arial MT"/>
            </a:endParaRPr>
          </a:p>
          <a:p>
            <a:pPr marL="23495" marR="5080" indent="-11430">
              <a:lnSpc>
                <a:spcPts val="10100"/>
              </a:lnSpc>
              <a:spcBef>
                <a:spcPts val="770"/>
              </a:spcBef>
            </a:pPr>
            <a:r>
              <a:rPr sz="3200" spc="-225" dirty="0">
                <a:solidFill>
                  <a:srgbClr val="FFFFFF"/>
                </a:solidFill>
                <a:latin typeface="Arial MT"/>
                <a:cs typeface="Arial MT"/>
              </a:rPr>
              <a:t>SQL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200" spc="-1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8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programming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language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interact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relational</a:t>
            </a:r>
            <a:r>
              <a:rPr sz="32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45" dirty="0">
                <a:solidFill>
                  <a:srgbClr val="FFFFFF"/>
                </a:solidFill>
                <a:latin typeface="Arial MT"/>
                <a:cs typeface="Arial MT"/>
              </a:rPr>
              <a:t>databases. </a:t>
            </a:r>
            <a:r>
              <a:rPr sz="3200" spc="8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32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5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perform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b="1" spc="-185" dirty="0">
                <a:solidFill>
                  <a:srgbClr val="FFFFFF"/>
                </a:solidFill>
                <a:latin typeface="Arial"/>
                <a:cs typeface="Arial"/>
              </a:rPr>
              <a:t>CRUD</a:t>
            </a:r>
            <a:r>
              <a:rPr sz="3200" b="1" spc="-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operations</a:t>
            </a:r>
            <a:r>
              <a:rPr sz="32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105" dirty="0">
                <a:solidFill>
                  <a:srgbClr val="FFFFFF"/>
                </a:solidFill>
                <a:latin typeface="Arial MT"/>
                <a:cs typeface="Arial MT"/>
              </a:rPr>
              <a:t>:</a:t>
            </a:r>
            <a:endParaRPr sz="3200">
              <a:latin typeface="Arial MT"/>
              <a:cs typeface="Arial MT"/>
            </a:endParaRPr>
          </a:p>
          <a:p>
            <a:pPr marL="23495">
              <a:lnSpc>
                <a:spcPts val="3720"/>
              </a:lnSpc>
            </a:pPr>
            <a:r>
              <a:rPr sz="3200" spc="-10" dirty="0">
                <a:solidFill>
                  <a:srgbClr val="17D9FF"/>
                </a:solidFill>
                <a:latin typeface="Arial MT"/>
                <a:cs typeface="Arial MT"/>
              </a:rPr>
              <a:t>C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reate</a:t>
            </a:r>
            <a:endParaRPr sz="3200">
              <a:latin typeface="Arial MT"/>
              <a:cs typeface="Arial MT"/>
            </a:endParaRPr>
          </a:p>
          <a:p>
            <a:pPr marL="23495" marR="11725275">
              <a:lnSpc>
                <a:spcPct val="132800"/>
              </a:lnSpc>
            </a:pPr>
            <a:r>
              <a:rPr sz="3200" spc="-20" dirty="0">
                <a:solidFill>
                  <a:srgbClr val="17D9FF"/>
                </a:solidFill>
                <a:latin typeface="Arial MT"/>
                <a:cs typeface="Arial MT"/>
              </a:rPr>
              <a:t>R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ead </a:t>
            </a:r>
            <a:r>
              <a:rPr sz="3200" spc="-70" dirty="0">
                <a:solidFill>
                  <a:srgbClr val="17D9FF"/>
                </a:solidFill>
                <a:latin typeface="Arial MT"/>
                <a:cs typeface="Arial MT"/>
              </a:rPr>
              <a:t>U</a:t>
            </a:r>
            <a:r>
              <a:rPr sz="3200" spc="-70" dirty="0">
                <a:solidFill>
                  <a:srgbClr val="FFFFFF"/>
                </a:solidFill>
                <a:latin typeface="Arial MT"/>
                <a:cs typeface="Arial MT"/>
              </a:rPr>
              <a:t>pdate </a:t>
            </a:r>
            <a:r>
              <a:rPr sz="3200" spc="-10" dirty="0">
                <a:solidFill>
                  <a:srgbClr val="17D9FF"/>
                </a:solidFill>
                <a:latin typeface="Arial MT"/>
                <a:cs typeface="Arial MT"/>
              </a:rPr>
              <a:t>D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elete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">
              <a:lnSpc>
                <a:spcPct val="100000"/>
              </a:lnSpc>
              <a:spcBef>
                <a:spcPts val="100"/>
              </a:spcBef>
            </a:pPr>
            <a:r>
              <a:rPr u="heavy" spc="-17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Database</a:t>
            </a:r>
            <a:r>
              <a:rPr u="heavy" spc="-1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9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Structure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700" y="2631757"/>
            <a:ext cx="11606530" cy="5023485"/>
            <a:chOff x="1028700" y="2631757"/>
            <a:chExt cx="11606530" cy="5023485"/>
          </a:xfrm>
        </p:grpSpPr>
        <p:sp>
          <p:nvSpPr>
            <p:cNvPr id="4" name="object 4"/>
            <p:cNvSpPr/>
            <p:nvPr/>
          </p:nvSpPr>
          <p:spPr>
            <a:xfrm>
              <a:off x="1028700" y="2631757"/>
              <a:ext cx="11606530" cy="5023485"/>
            </a:xfrm>
            <a:custGeom>
              <a:avLst/>
              <a:gdLst/>
              <a:ahLst/>
              <a:cxnLst/>
              <a:rect l="l" t="t" r="r" b="b"/>
              <a:pathLst>
                <a:path w="11606530" h="5023484">
                  <a:moveTo>
                    <a:pt x="11120239" y="5023486"/>
                  </a:moveTo>
                  <a:lnTo>
                    <a:pt x="485774" y="5023486"/>
                  </a:lnTo>
                  <a:lnTo>
                    <a:pt x="437762" y="5021109"/>
                  </a:lnTo>
                  <a:lnTo>
                    <a:pt x="390562" y="5014066"/>
                  </a:lnTo>
                  <a:lnTo>
                    <a:pt x="344494" y="5002488"/>
                  </a:lnTo>
                  <a:lnTo>
                    <a:pt x="299876" y="4986509"/>
                  </a:lnTo>
                  <a:lnTo>
                    <a:pt x="257028" y="4966259"/>
                  </a:lnTo>
                  <a:lnTo>
                    <a:pt x="216266" y="4941871"/>
                  </a:lnTo>
                  <a:lnTo>
                    <a:pt x="177911" y="4913476"/>
                  </a:lnTo>
                  <a:lnTo>
                    <a:pt x="142280" y="4881206"/>
                  </a:lnTo>
                  <a:lnTo>
                    <a:pt x="110010" y="4845575"/>
                  </a:lnTo>
                  <a:lnTo>
                    <a:pt x="81615" y="4807219"/>
                  </a:lnTo>
                  <a:lnTo>
                    <a:pt x="57227" y="4766458"/>
                  </a:lnTo>
                  <a:lnTo>
                    <a:pt x="36977" y="4723609"/>
                  </a:lnTo>
                  <a:lnTo>
                    <a:pt x="20997" y="4678992"/>
                  </a:lnTo>
                  <a:lnTo>
                    <a:pt x="9420" y="4632924"/>
                  </a:lnTo>
                  <a:lnTo>
                    <a:pt x="2377" y="4585724"/>
                  </a:lnTo>
                  <a:lnTo>
                    <a:pt x="0" y="4537711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11120239" y="0"/>
                  </a:lnTo>
                  <a:lnTo>
                    <a:pt x="11168252" y="2377"/>
                  </a:lnTo>
                  <a:lnTo>
                    <a:pt x="11215452" y="9420"/>
                  </a:lnTo>
                  <a:lnTo>
                    <a:pt x="11261519" y="20997"/>
                  </a:lnTo>
                  <a:lnTo>
                    <a:pt x="11306137" y="36977"/>
                  </a:lnTo>
                  <a:lnTo>
                    <a:pt x="11348986" y="57227"/>
                  </a:lnTo>
                  <a:lnTo>
                    <a:pt x="11389747" y="81615"/>
                  </a:lnTo>
                  <a:lnTo>
                    <a:pt x="11428102" y="110010"/>
                  </a:lnTo>
                  <a:lnTo>
                    <a:pt x="11463733" y="142280"/>
                  </a:lnTo>
                  <a:lnTo>
                    <a:pt x="11496002" y="177911"/>
                  </a:lnTo>
                  <a:lnTo>
                    <a:pt x="11524397" y="216266"/>
                  </a:lnTo>
                  <a:lnTo>
                    <a:pt x="11548786" y="257028"/>
                  </a:lnTo>
                  <a:lnTo>
                    <a:pt x="11569036" y="299876"/>
                  </a:lnTo>
                  <a:lnTo>
                    <a:pt x="11585016" y="344494"/>
                  </a:lnTo>
                  <a:lnTo>
                    <a:pt x="11596593" y="390562"/>
                  </a:lnTo>
                  <a:lnTo>
                    <a:pt x="11603637" y="437762"/>
                  </a:lnTo>
                  <a:lnTo>
                    <a:pt x="11606014" y="485774"/>
                  </a:lnTo>
                  <a:lnTo>
                    <a:pt x="11606014" y="4537711"/>
                  </a:lnTo>
                  <a:lnTo>
                    <a:pt x="11603637" y="4585724"/>
                  </a:lnTo>
                  <a:lnTo>
                    <a:pt x="11596593" y="4632924"/>
                  </a:lnTo>
                  <a:lnTo>
                    <a:pt x="11585016" y="4678992"/>
                  </a:lnTo>
                  <a:lnTo>
                    <a:pt x="11569036" y="4723609"/>
                  </a:lnTo>
                  <a:lnTo>
                    <a:pt x="11548786" y="4766458"/>
                  </a:lnTo>
                  <a:lnTo>
                    <a:pt x="11524397" y="4807219"/>
                  </a:lnTo>
                  <a:lnTo>
                    <a:pt x="11496002" y="4845575"/>
                  </a:lnTo>
                  <a:lnTo>
                    <a:pt x="11463733" y="4881206"/>
                  </a:lnTo>
                  <a:lnTo>
                    <a:pt x="11428102" y="4913476"/>
                  </a:lnTo>
                  <a:lnTo>
                    <a:pt x="11389747" y="4941871"/>
                  </a:lnTo>
                  <a:lnTo>
                    <a:pt x="11348986" y="4966259"/>
                  </a:lnTo>
                  <a:lnTo>
                    <a:pt x="11306137" y="4986509"/>
                  </a:lnTo>
                  <a:lnTo>
                    <a:pt x="11261519" y="5002488"/>
                  </a:lnTo>
                  <a:lnTo>
                    <a:pt x="11215452" y="5014066"/>
                  </a:lnTo>
                  <a:lnTo>
                    <a:pt x="11168252" y="5021109"/>
                  </a:lnTo>
                  <a:lnTo>
                    <a:pt x="11120239" y="5023486"/>
                  </a:lnTo>
                  <a:close/>
                </a:path>
              </a:pathLst>
            </a:custGeom>
            <a:solidFill>
              <a:srgbClr val="DDF4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953856" y="3812542"/>
              <a:ext cx="4588510" cy="3086100"/>
            </a:xfrm>
            <a:custGeom>
              <a:avLst/>
              <a:gdLst/>
              <a:ahLst/>
              <a:cxnLst/>
              <a:rect l="l" t="t" r="r" b="b"/>
              <a:pathLst>
                <a:path w="4588509" h="3086100">
                  <a:moveTo>
                    <a:pt x="4102344" y="3086100"/>
                  </a:moveTo>
                  <a:lnTo>
                    <a:pt x="485774" y="3086100"/>
                  </a:lnTo>
                  <a:lnTo>
                    <a:pt x="437762" y="3083722"/>
                  </a:lnTo>
                  <a:lnTo>
                    <a:pt x="390562" y="3076679"/>
                  </a:lnTo>
                  <a:lnTo>
                    <a:pt x="344494" y="3065102"/>
                  </a:lnTo>
                  <a:lnTo>
                    <a:pt x="299876" y="3049122"/>
                  </a:lnTo>
                  <a:lnTo>
                    <a:pt x="257028" y="3028872"/>
                  </a:lnTo>
                  <a:lnTo>
                    <a:pt x="216266" y="3004484"/>
                  </a:lnTo>
                  <a:lnTo>
                    <a:pt x="177911" y="2976089"/>
                  </a:lnTo>
                  <a:lnTo>
                    <a:pt x="142280" y="2943820"/>
                  </a:lnTo>
                  <a:lnTo>
                    <a:pt x="110010" y="2908189"/>
                  </a:lnTo>
                  <a:lnTo>
                    <a:pt x="81615" y="2869833"/>
                  </a:lnTo>
                  <a:lnTo>
                    <a:pt x="57227" y="2829072"/>
                  </a:lnTo>
                  <a:lnTo>
                    <a:pt x="36977" y="2786223"/>
                  </a:lnTo>
                  <a:lnTo>
                    <a:pt x="20997" y="2741605"/>
                  </a:lnTo>
                  <a:lnTo>
                    <a:pt x="9420" y="2695537"/>
                  </a:lnTo>
                  <a:lnTo>
                    <a:pt x="2377" y="2648337"/>
                  </a:lnTo>
                  <a:lnTo>
                    <a:pt x="0" y="2600325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102344" y="0"/>
                  </a:lnTo>
                  <a:lnTo>
                    <a:pt x="4150356" y="2377"/>
                  </a:lnTo>
                  <a:lnTo>
                    <a:pt x="4197556" y="9420"/>
                  </a:lnTo>
                  <a:lnTo>
                    <a:pt x="4243624" y="20997"/>
                  </a:lnTo>
                  <a:lnTo>
                    <a:pt x="4288242" y="36977"/>
                  </a:lnTo>
                  <a:lnTo>
                    <a:pt x="4331090" y="57227"/>
                  </a:lnTo>
                  <a:lnTo>
                    <a:pt x="4371852" y="81615"/>
                  </a:lnTo>
                  <a:lnTo>
                    <a:pt x="4410207" y="110010"/>
                  </a:lnTo>
                  <a:lnTo>
                    <a:pt x="4445839" y="142280"/>
                  </a:lnTo>
                  <a:lnTo>
                    <a:pt x="4478108" y="177911"/>
                  </a:lnTo>
                  <a:lnTo>
                    <a:pt x="4506503" y="216266"/>
                  </a:lnTo>
                  <a:lnTo>
                    <a:pt x="4530891" y="257028"/>
                  </a:lnTo>
                  <a:lnTo>
                    <a:pt x="4551141" y="299876"/>
                  </a:lnTo>
                  <a:lnTo>
                    <a:pt x="4567121" y="344494"/>
                  </a:lnTo>
                  <a:lnTo>
                    <a:pt x="4578698" y="390562"/>
                  </a:lnTo>
                  <a:lnTo>
                    <a:pt x="4585741" y="437762"/>
                  </a:lnTo>
                  <a:lnTo>
                    <a:pt x="4588118" y="485774"/>
                  </a:lnTo>
                  <a:lnTo>
                    <a:pt x="4588118" y="2600325"/>
                  </a:lnTo>
                  <a:lnTo>
                    <a:pt x="4585741" y="2648337"/>
                  </a:lnTo>
                  <a:lnTo>
                    <a:pt x="4578698" y="2695537"/>
                  </a:lnTo>
                  <a:lnTo>
                    <a:pt x="4567121" y="2741605"/>
                  </a:lnTo>
                  <a:lnTo>
                    <a:pt x="4551141" y="2786223"/>
                  </a:lnTo>
                  <a:lnTo>
                    <a:pt x="4530891" y="2829072"/>
                  </a:lnTo>
                  <a:lnTo>
                    <a:pt x="4506503" y="2869833"/>
                  </a:lnTo>
                  <a:lnTo>
                    <a:pt x="4478108" y="2908189"/>
                  </a:lnTo>
                  <a:lnTo>
                    <a:pt x="4445839" y="2943820"/>
                  </a:lnTo>
                  <a:lnTo>
                    <a:pt x="4410207" y="2976089"/>
                  </a:lnTo>
                  <a:lnTo>
                    <a:pt x="4371852" y="3004484"/>
                  </a:lnTo>
                  <a:lnTo>
                    <a:pt x="4331090" y="3028872"/>
                  </a:lnTo>
                  <a:lnTo>
                    <a:pt x="4288242" y="3049122"/>
                  </a:lnTo>
                  <a:lnTo>
                    <a:pt x="4243624" y="3065102"/>
                  </a:lnTo>
                  <a:lnTo>
                    <a:pt x="4197556" y="3076679"/>
                  </a:lnTo>
                  <a:lnTo>
                    <a:pt x="4150356" y="3083722"/>
                  </a:lnTo>
                  <a:lnTo>
                    <a:pt x="4102344" y="3086100"/>
                  </a:lnTo>
                  <a:close/>
                </a:path>
              </a:pathLst>
            </a:custGeom>
            <a:solidFill>
              <a:srgbClr val="3BE2E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081315" y="2791495"/>
            <a:ext cx="1501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10" dirty="0">
                <a:latin typeface="Arial"/>
                <a:cs typeface="Arial"/>
              </a:rPr>
              <a:t>Database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50370" y="3937034"/>
            <a:ext cx="1195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0" dirty="0">
                <a:latin typeface="Arial"/>
                <a:cs typeface="Arial"/>
              </a:rPr>
              <a:t>Table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87616" y="4846539"/>
            <a:ext cx="2245995" cy="1018540"/>
          </a:xfrm>
          <a:custGeom>
            <a:avLst/>
            <a:gdLst/>
            <a:ahLst/>
            <a:cxnLst/>
            <a:rect l="l" t="t" r="r" b="b"/>
            <a:pathLst>
              <a:path w="2245995" h="1018539">
                <a:moveTo>
                  <a:pt x="1760085" y="1018102"/>
                </a:moveTo>
                <a:lnTo>
                  <a:pt x="485775" y="1018102"/>
                </a:lnTo>
                <a:lnTo>
                  <a:pt x="437762" y="1015725"/>
                </a:lnTo>
                <a:lnTo>
                  <a:pt x="390562" y="1008682"/>
                </a:lnTo>
                <a:lnTo>
                  <a:pt x="344494" y="997105"/>
                </a:lnTo>
                <a:lnTo>
                  <a:pt x="299876" y="981125"/>
                </a:lnTo>
                <a:lnTo>
                  <a:pt x="257028" y="960875"/>
                </a:lnTo>
                <a:lnTo>
                  <a:pt x="216266" y="936486"/>
                </a:lnTo>
                <a:lnTo>
                  <a:pt x="177911" y="908091"/>
                </a:lnTo>
                <a:lnTo>
                  <a:pt x="142280" y="875822"/>
                </a:lnTo>
                <a:lnTo>
                  <a:pt x="110010" y="840191"/>
                </a:lnTo>
                <a:lnTo>
                  <a:pt x="81615" y="801836"/>
                </a:lnTo>
                <a:lnTo>
                  <a:pt x="57227" y="761074"/>
                </a:lnTo>
                <a:lnTo>
                  <a:pt x="36977" y="718225"/>
                </a:lnTo>
                <a:lnTo>
                  <a:pt x="20997" y="673608"/>
                </a:lnTo>
                <a:lnTo>
                  <a:pt x="9420" y="627540"/>
                </a:lnTo>
                <a:lnTo>
                  <a:pt x="2377" y="580340"/>
                </a:lnTo>
                <a:lnTo>
                  <a:pt x="0" y="532327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1760085" y="0"/>
                </a:lnTo>
                <a:lnTo>
                  <a:pt x="1808098" y="2377"/>
                </a:lnTo>
                <a:lnTo>
                  <a:pt x="1855297" y="9420"/>
                </a:lnTo>
                <a:lnTo>
                  <a:pt x="1901365" y="20997"/>
                </a:lnTo>
                <a:lnTo>
                  <a:pt x="1945983" y="36977"/>
                </a:lnTo>
                <a:lnTo>
                  <a:pt x="1988832" y="57227"/>
                </a:lnTo>
                <a:lnTo>
                  <a:pt x="2029593" y="81615"/>
                </a:lnTo>
                <a:lnTo>
                  <a:pt x="2067948" y="110010"/>
                </a:lnTo>
                <a:lnTo>
                  <a:pt x="2103579" y="142280"/>
                </a:lnTo>
                <a:lnTo>
                  <a:pt x="2135849" y="177911"/>
                </a:lnTo>
                <a:lnTo>
                  <a:pt x="2164244" y="216266"/>
                </a:lnTo>
                <a:lnTo>
                  <a:pt x="2188632" y="257028"/>
                </a:lnTo>
                <a:lnTo>
                  <a:pt x="2208882" y="299876"/>
                </a:lnTo>
                <a:lnTo>
                  <a:pt x="2224862" y="344494"/>
                </a:lnTo>
                <a:lnTo>
                  <a:pt x="2236440" y="390562"/>
                </a:lnTo>
                <a:lnTo>
                  <a:pt x="2243483" y="437762"/>
                </a:lnTo>
                <a:lnTo>
                  <a:pt x="2245860" y="485775"/>
                </a:lnTo>
                <a:lnTo>
                  <a:pt x="2245860" y="532327"/>
                </a:lnTo>
                <a:lnTo>
                  <a:pt x="2243483" y="580340"/>
                </a:lnTo>
                <a:lnTo>
                  <a:pt x="2236440" y="627540"/>
                </a:lnTo>
                <a:lnTo>
                  <a:pt x="2224862" y="673608"/>
                </a:lnTo>
                <a:lnTo>
                  <a:pt x="2208882" y="718225"/>
                </a:lnTo>
                <a:lnTo>
                  <a:pt x="2188632" y="761074"/>
                </a:lnTo>
                <a:lnTo>
                  <a:pt x="2164244" y="801836"/>
                </a:lnTo>
                <a:lnTo>
                  <a:pt x="2135849" y="840191"/>
                </a:lnTo>
                <a:lnTo>
                  <a:pt x="2103579" y="875822"/>
                </a:lnTo>
                <a:lnTo>
                  <a:pt x="2067948" y="908091"/>
                </a:lnTo>
                <a:lnTo>
                  <a:pt x="2029593" y="936486"/>
                </a:lnTo>
                <a:lnTo>
                  <a:pt x="1988832" y="960875"/>
                </a:lnTo>
                <a:lnTo>
                  <a:pt x="1945983" y="981125"/>
                </a:lnTo>
                <a:lnTo>
                  <a:pt x="1901365" y="997105"/>
                </a:lnTo>
                <a:lnTo>
                  <a:pt x="1855297" y="1008682"/>
                </a:lnTo>
                <a:lnTo>
                  <a:pt x="1808098" y="1015725"/>
                </a:lnTo>
                <a:lnTo>
                  <a:pt x="1760085" y="1018102"/>
                </a:lnTo>
                <a:close/>
              </a:path>
            </a:pathLst>
          </a:custGeom>
          <a:solidFill>
            <a:srgbClr val="F76A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3825904" y="5082573"/>
            <a:ext cx="7696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352438" y="3812542"/>
            <a:ext cx="4588510" cy="3086100"/>
          </a:xfrm>
          <a:custGeom>
            <a:avLst/>
            <a:gdLst/>
            <a:ahLst/>
            <a:cxnLst/>
            <a:rect l="l" t="t" r="r" b="b"/>
            <a:pathLst>
              <a:path w="4588509" h="3086100">
                <a:moveTo>
                  <a:pt x="4102343" y="3086100"/>
                </a:moveTo>
                <a:lnTo>
                  <a:pt x="485774" y="3086100"/>
                </a:lnTo>
                <a:lnTo>
                  <a:pt x="437762" y="3083722"/>
                </a:lnTo>
                <a:lnTo>
                  <a:pt x="390562" y="3076679"/>
                </a:lnTo>
                <a:lnTo>
                  <a:pt x="344494" y="3065102"/>
                </a:lnTo>
                <a:lnTo>
                  <a:pt x="299877" y="3049122"/>
                </a:lnTo>
                <a:lnTo>
                  <a:pt x="257028" y="3028872"/>
                </a:lnTo>
                <a:lnTo>
                  <a:pt x="216266" y="3004484"/>
                </a:lnTo>
                <a:lnTo>
                  <a:pt x="177911" y="2976089"/>
                </a:lnTo>
                <a:lnTo>
                  <a:pt x="142280" y="2943820"/>
                </a:lnTo>
                <a:lnTo>
                  <a:pt x="110011" y="2908189"/>
                </a:lnTo>
                <a:lnTo>
                  <a:pt x="81616" y="2869833"/>
                </a:lnTo>
                <a:lnTo>
                  <a:pt x="57227" y="2829072"/>
                </a:lnTo>
                <a:lnTo>
                  <a:pt x="36977" y="2786223"/>
                </a:lnTo>
                <a:lnTo>
                  <a:pt x="20997" y="2741605"/>
                </a:lnTo>
                <a:lnTo>
                  <a:pt x="9420" y="2695537"/>
                </a:lnTo>
                <a:lnTo>
                  <a:pt x="2377" y="2648337"/>
                </a:lnTo>
                <a:lnTo>
                  <a:pt x="0" y="2600325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102343" y="0"/>
                </a:lnTo>
                <a:lnTo>
                  <a:pt x="4150356" y="2377"/>
                </a:lnTo>
                <a:lnTo>
                  <a:pt x="4197556" y="9420"/>
                </a:lnTo>
                <a:lnTo>
                  <a:pt x="4243624" y="20997"/>
                </a:lnTo>
                <a:lnTo>
                  <a:pt x="4288242" y="36977"/>
                </a:lnTo>
                <a:lnTo>
                  <a:pt x="4331091" y="57227"/>
                </a:lnTo>
                <a:lnTo>
                  <a:pt x="4371852" y="81615"/>
                </a:lnTo>
                <a:lnTo>
                  <a:pt x="4410208" y="110010"/>
                </a:lnTo>
                <a:lnTo>
                  <a:pt x="4445839" y="142280"/>
                </a:lnTo>
                <a:lnTo>
                  <a:pt x="4478108" y="177911"/>
                </a:lnTo>
                <a:lnTo>
                  <a:pt x="4506503" y="216266"/>
                </a:lnTo>
                <a:lnTo>
                  <a:pt x="4530891" y="257028"/>
                </a:lnTo>
                <a:lnTo>
                  <a:pt x="4551141" y="299876"/>
                </a:lnTo>
                <a:lnTo>
                  <a:pt x="4567121" y="344494"/>
                </a:lnTo>
                <a:lnTo>
                  <a:pt x="4578698" y="390562"/>
                </a:lnTo>
                <a:lnTo>
                  <a:pt x="4585741" y="437762"/>
                </a:lnTo>
                <a:lnTo>
                  <a:pt x="4588118" y="485774"/>
                </a:lnTo>
                <a:lnTo>
                  <a:pt x="4588118" y="2600325"/>
                </a:lnTo>
                <a:lnTo>
                  <a:pt x="4585741" y="2648337"/>
                </a:lnTo>
                <a:lnTo>
                  <a:pt x="4578698" y="2695537"/>
                </a:lnTo>
                <a:lnTo>
                  <a:pt x="4567121" y="2741605"/>
                </a:lnTo>
                <a:lnTo>
                  <a:pt x="4551141" y="2786223"/>
                </a:lnTo>
                <a:lnTo>
                  <a:pt x="4530891" y="2829072"/>
                </a:lnTo>
                <a:lnTo>
                  <a:pt x="4506503" y="2869833"/>
                </a:lnTo>
                <a:lnTo>
                  <a:pt x="4478108" y="2908189"/>
                </a:lnTo>
                <a:lnTo>
                  <a:pt x="4445839" y="2943820"/>
                </a:lnTo>
                <a:lnTo>
                  <a:pt x="4410208" y="2976089"/>
                </a:lnTo>
                <a:lnTo>
                  <a:pt x="4371852" y="3004484"/>
                </a:lnTo>
                <a:lnTo>
                  <a:pt x="4331091" y="3028872"/>
                </a:lnTo>
                <a:lnTo>
                  <a:pt x="4288242" y="3049122"/>
                </a:lnTo>
                <a:lnTo>
                  <a:pt x="4243624" y="3065102"/>
                </a:lnTo>
                <a:lnTo>
                  <a:pt x="4197556" y="3076679"/>
                </a:lnTo>
                <a:lnTo>
                  <a:pt x="4150356" y="3083722"/>
                </a:lnTo>
                <a:lnTo>
                  <a:pt x="4102343" y="3086100"/>
                </a:lnTo>
                <a:close/>
              </a:path>
            </a:pathLst>
          </a:custGeom>
          <a:solidFill>
            <a:srgbClr val="3BE2E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9048952" y="3937034"/>
            <a:ext cx="1195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0" dirty="0">
                <a:latin typeface="Arial"/>
                <a:cs typeface="Arial"/>
              </a:rPr>
              <a:t>Table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2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8486199" y="4846539"/>
            <a:ext cx="2245995" cy="1018540"/>
          </a:xfrm>
          <a:custGeom>
            <a:avLst/>
            <a:gdLst/>
            <a:ahLst/>
            <a:cxnLst/>
            <a:rect l="l" t="t" r="r" b="b"/>
            <a:pathLst>
              <a:path w="2245995" h="1018539">
                <a:moveTo>
                  <a:pt x="1760085" y="1018102"/>
                </a:moveTo>
                <a:lnTo>
                  <a:pt x="485775" y="1018102"/>
                </a:lnTo>
                <a:lnTo>
                  <a:pt x="437762" y="1015725"/>
                </a:lnTo>
                <a:lnTo>
                  <a:pt x="390562" y="1008682"/>
                </a:lnTo>
                <a:lnTo>
                  <a:pt x="344494" y="997105"/>
                </a:lnTo>
                <a:lnTo>
                  <a:pt x="299877" y="981125"/>
                </a:lnTo>
                <a:lnTo>
                  <a:pt x="257028" y="960875"/>
                </a:lnTo>
                <a:lnTo>
                  <a:pt x="216266" y="936486"/>
                </a:lnTo>
                <a:lnTo>
                  <a:pt x="177911" y="908091"/>
                </a:lnTo>
                <a:lnTo>
                  <a:pt x="142280" y="875822"/>
                </a:lnTo>
                <a:lnTo>
                  <a:pt x="110011" y="840191"/>
                </a:lnTo>
                <a:lnTo>
                  <a:pt x="81616" y="801836"/>
                </a:lnTo>
                <a:lnTo>
                  <a:pt x="57227" y="761074"/>
                </a:lnTo>
                <a:lnTo>
                  <a:pt x="36977" y="718225"/>
                </a:lnTo>
                <a:lnTo>
                  <a:pt x="20997" y="673608"/>
                </a:lnTo>
                <a:lnTo>
                  <a:pt x="9420" y="627540"/>
                </a:lnTo>
                <a:lnTo>
                  <a:pt x="2377" y="580340"/>
                </a:lnTo>
                <a:lnTo>
                  <a:pt x="0" y="532327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6" y="216266"/>
                </a:lnTo>
                <a:lnTo>
                  <a:pt x="110011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7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5" y="0"/>
                </a:lnTo>
                <a:lnTo>
                  <a:pt x="1760085" y="0"/>
                </a:lnTo>
                <a:lnTo>
                  <a:pt x="1808098" y="2377"/>
                </a:lnTo>
                <a:lnTo>
                  <a:pt x="1855297" y="9420"/>
                </a:lnTo>
                <a:lnTo>
                  <a:pt x="1901365" y="20997"/>
                </a:lnTo>
                <a:lnTo>
                  <a:pt x="1945983" y="36977"/>
                </a:lnTo>
                <a:lnTo>
                  <a:pt x="1988831" y="57227"/>
                </a:lnTo>
                <a:lnTo>
                  <a:pt x="2029593" y="81615"/>
                </a:lnTo>
                <a:lnTo>
                  <a:pt x="2067948" y="110010"/>
                </a:lnTo>
                <a:lnTo>
                  <a:pt x="2103579" y="142280"/>
                </a:lnTo>
                <a:lnTo>
                  <a:pt x="2135849" y="177911"/>
                </a:lnTo>
                <a:lnTo>
                  <a:pt x="2164244" y="216266"/>
                </a:lnTo>
                <a:lnTo>
                  <a:pt x="2188632" y="257028"/>
                </a:lnTo>
                <a:lnTo>
                  <a:pt x="2208882" y="299876"/>
                </a:lnTo>
                <a:lnTo>
                  <a:pt x="2224862" y="344494"/>
                </a:lnTo>
                <a:lnTo>
                  <a:pt x="2236440" y="390562"/>
                </a:lnTo>
                <a:lnTo>
                  <a:pt x="2243483" y="437762"/>
                </a:lnTo>
                <a:lnTo>
                  <a:pt x="2245860" y="485775"/>
                </a:lnTo>
                <a:lnTo>
                  <a:pt x="2245860" y="532327"/>
                </a:lnTo>
                <a:lnTo>
                  <a:pt x="2243483" y="580340"/>
                </a:lnTo>
                <a:lnTo>
                  <a:pt x="2236440" y="627540"/>
                </a:lnTo>
                <a:lnTo>
                  <a:pt x="2224862" y="673608"/>
                </a:lnTo>
                <a:lnTo>
                  <a:pt x="2208882" y="718225"/>
                </a:lnTo>
                <a:lnTo>
                  <a:pt x="2188632" y="761074"/>
                </a:lnTo>
                <a:lnTo>
                  <a:pt x="2164244" y="801836"/>
                </a:lnTo>
                <a:lnTo>
                  <a:pt x="2135849" y="840191"/>
                </a:lnTo>
                <a:lnTo>
                  <a:pt x="2103579" y="875822"/>
                </a:lnTo>
                <a:lnTo>
                  <a:pt x="2067948" y="908091"/>
                </a:lnTo>
                <a:lnTo>
                  <a:pt x="2029593" y="936486"/>
                </a:lnTo>
                <a:lnTo>
                  <a:pt x="1988831" y="960875"/>
                </a:lnTo>
                <a:lnTo>
                  <a:pt x="1945983" y="981125"/>
                </a:lnTo>
                <a:lnTo>
                  <a:pt x="1901365" y="997105"/>
                </a:lnTo>
                <a:lnTo>
                  <a:pt x="1855297" y="1008682"/>
                </a:lnTo>
                <a:lnTo>
                  <a:pt x="1808098" y="1015725"/>
                </a:lnTo>
                <a:lnTo>
                  <a:pt x="1760085" y="1018102"/>
                </a:lnTo>
                <a:close/>
              </a:path>
            </a:pathLst>
          </a:custGeom>
          <a:solidFill>
            <a:srgbClr val="F76AB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9224485" y="5082573"/>
            <a:ext cx="7696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27719" y="953134"/>
            <a:ext cx="39300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200" b="1" u="heavy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What</a:t>
            </a:r>
            <a:r>
              <a:rPr sz="4200" b="1" u="heavy" spc="-27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4200" b="1" u="heavy" spc="-29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is</a:t>
            </a:r>
            <a:r>
              <a:rPr sz="4200" b="1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4200" b="1"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a</a:t>
            </a:r>
            <a:r>
              <a:rPr sz="4200" b="1" u="heavy" spc="-16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 </a:t>
            </a:r>
            <a:r>
              <a:rPr sz="4200" b="1" u="heavy" spc="-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table? </a:t>
            </a:r>
            <a:endParaRPr sz="42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0419" y="2946192"/>
            <a:ext cx="10382249" cy="3619500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27719" y="2330473"/>
            <a:ext cx="207581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30" dirty="0">
                <a:solidFill>
                  <a:srgbClr val="FFFFFF"/>
                </a:solidFill>
                <a:latin typeface="Arial"/>
                <a:cs typeface="Arial"/>
              </a:rPr>
              <a:t>Student</a:t>
            </a:r>
            <a:r>
              <a:rPr sz="2800" i="1" spc="-1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6588759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3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Creating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5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our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9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First</a:t>
            </a:r>
            <a:r>
              <a:rPr u="heavy" spc="-15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2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Database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106" y="3929242"/>
            <a:ext cx="562737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04" dirty="0">
                <a:solidFill>
                  <a:srgbClr val="A69EF1"/>
                </a:solidFill>
                <a:latin typeface="Arial"/>
                <a:cs typeface="Arial"/>
              </a:rPr>
              <a:t>CREATE</a:t>
            </a:r>
            <a:r>
              <a:rPr sz="3200" b="1" spc="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0" dirty="0">
                <a:solidFill>
                  <a:srgbClr val="A69EF1"/>
                </a:solidFill>
                <a:latin typeface="Arial"/>
                <a:cs typeface="Arial"/>
              </a:rPr>
              <a:t>DATABASE</a:t>
            </a:r>
            <a:r>
              <a:rPr sz="3200" b="1" spc="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db_name;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106" y="5757809"/>
            <a:ext cx="516255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40" dirty="0">
                <a:solidFill>
                  <a:srgbClr val="A69EF1"/>
                </a:solidFill>
                <a:latin typeface="Arial"/>
                <a:cs typeface="Arial"/>
              </a:rPr>
              <a:t>DROP</a:t>
            </a:r>
            <a:r>
              <a:rPr sz="3200" b="1" spc="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0" dirty="0">
                <a:solidFill>
                  <a:srgbClr val="A69EF1"/>
                </a:solidFill>
                <a:latin typeface="Arial"/>
                <a:cs typeface="Arial"/>
              </a:rPr>
              <a:t>DATABASE</a:t>
            </a:r>
            <a:r>
              <a:rPr sz="3200" b="1" spc="1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db_name;</a:t>
            </a:r>
            <a:endParaRPr sz="32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27106" y="1895127"/>
            <a:ext cx="3101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sz="2800" spc="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first</a:t>
            </a:r>
            <a:r>
              <a:rPr sz="2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0" dirty="0">
                <a:solidFill>
                  <a:srgbClr val="FFFFFF"/>
                </a:solidFill>
                <a:latin typeface="Arial MT"/>
                <a:cs typeface="Arial MT"/>
              </a:rPr>
              <a:t>SQL</a:t>
            </a:r>
            <a:r>
              <a:rPr sz="2800" spc="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Query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3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Creating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5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our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9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First</a:t>
            </a:r>
            <a:r>
              <a:rPr u="heavy" spc="-15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Table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86633" y="2228089"/>
            <a:ext cx="6024880" cy="3086100"/>
            <a:chOff x="10386633" y="2228089"/>
            <a:chExt cx="6024880" cy="3086100"/>
          </a:xfrm>
        </p:grpSpPr>
        <p:sp>
          <p:nvSpPr>
            <p:cNvPr id="4" name="object 4"/>
            <p:cNvSpPr/>
            <p:nvPr/>
          </p:nvSpPr>
          <p:spPr>
            <a:xfrm>
              <a:off x="10386633" y="2228089"/>
              <a:ext cx="6024880" cy="3086100"/>
            </a:xfrm>
            <a:custGeom>
              <a:avLst/>
              <a:gdLst/>
              <a:ahLst/>
              <a:cxnLst/>
              <a:rect l="l" t="t" r="r" b="b"/>
              <a:pathLst>
                <a:path w="6024880" h="3086100">
                  <a:moveTo>
                    <a:pt x="5539057" y="3086100"/>
                  </a:moveTo>
                  <a:lnTo>
                    <a:pt x="485774" y="3086100"/>
                  </a:lnTo>
                  <a:lnTo>
                    <a:pt x="437762" y="3083722"/>
                  </a:lnTo>
                  <a:lnTo>
                    <a:pt x="390562" y="3076679"/>
                  </a:lnTo>
                  <a:lnTo>
                    <a:pt x="344494" y="3065102"/>
                  </a:lnTo>
                  <a:lnTo>
                    <a:pt x="299876" y="3049122"/>
                  </a:lnTo>
                  <a:lnTo>
                    <a:pt x="257028" y="3028872"/>
                  </a:lnTo>
                  <a:lnTo>
                    <a:pt x="216266" y="3004484"/>
                  </a:lnTo>
                  <a:lnTo>
                    <a:pt x="177911" y="2976089"/>
                  </a:lnTo>
                  <a:lnTo>
                    <a:pt x="142280" y="2943819"/>
                  </a:lnTo>
                  <a:lnTo>
                    <a:pt x="110010" y="2908188"/>
                  </a:lnTo>
                  <a:lnTo>
                    <a:pt x="81615" y="2869833"/>
                  </a:lnTo>
                  <a:lnTo>
                    <a:pt x="57227" y="2829071"/>
                  </a:lnTo>
                  <a:lnTo>
                    <a:pt x="36977" y="2786223"/>
                  </a:lnTo>
                  <a:lnTo>
                    <a:pt x="20997" y="2741605"/>
                  </a:lnTo>
                  <a:lnTo>
                    <a:pt x="9420" y="2695537"/>
                  </a:lnTo>
                  <a:lnTo>
                    <a:pt x="2377" y="2648337"/>
                  </a:lnTo>
                  <a:lnTo>
                    <a:pt x="0" y="2600324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5539057" y="0"/>
                  </a:lnTo>
                  <a:lnTo>
                    <a:pt x="5587070" y="2377"/>
                  </a:lnTo>
                  <a:lnTo>
                    <a:pt x="5634269" y="9420"/>
                  </a:lnTo>
                  <a:lnTo>
                    <a:pt x="5680337" y="20997"/>
                  </a:lnTo>
                  <a:lnTo>
                    <a:pt x="5724955" y="36977"/>
                  </a:lnTo>
                  <a:lnTo>
                    <a:pt x="5767804" y="57227"/>
                  </a:lnTo>
                  <a:lnTo>
                    <a:pt x="5808566" y="81615"/>
                  </a:lnTo>
                  <a:lnTo>
                    <a:pt x="5846922" y="110010"/>
                  </a:lnTo>
                  <a:lnTo>
                    <a:pt x="5882553" y="142280"/>
                  </a:lnTo>
                  <a:lnTo>
                    <a:pt x="5914822" y="177911"/>
                  </a:lnTo>
                  <a:lnTo>
                    <a:pt x="5943216" y="216266"/>
                  </a:lnTo>
                  <a:lnTo>
                    <a:pt x="5967605" y="257028"/>
                  </a:lnTo>
                  <a:lnTo>
                    <a:pt x="5987855" y="299876"/>
                  </a:lnTo>
                  <a:lnTo>
                    <a:pt x="6003834" y="344494"/>
                  </a:lnTo>
                  <a:lnTo>
                    <a:pt x="6015412" y="390562"/>
                  </a:lnTo>
                  <a:lnTo>
                    <a:pt x="6022455" y="437762"/>
                  </a:lnTo>
                  <a:lnTo>
                    <a:pt x="6024832" y="485774"/>
                  </a:lnTo>
                  <a:lnTo>
                    <a:pt x="6024832" y="2600324"/>
                  </a:lnTo>
                  <a:lnTo>
                    <a:pt x="6022455" y="2648337"/>
                  </a:lnTo>
                  <a:lnTo>
                    <a:pt x="6015412" y="2695537"/>
                  </a:lnTo>
                  <a:lnTo>
                    <a:pt x="6003834" y="2741605"/>
                  </a:lnTo>
                  <a:lnTo>
                    <a:pt x="5987855" y="2786223"/>
                  </a:lnTo>
                  <a:lnTo>
                    <a:pt x="5967605" y="2829071"/>
                  </a:lnTo>
                  <a:lnTo>
                    <a:pt x="5943216" y="2869833"/>
                  </a:lnTo>
                  <a:lnTo>
                    <a:pt x="5914822" y="2908188"/>
                  </a:lnTo>
                  <a:lnTo>
                    <a:pt x="5882553" y="2943819"/>
                  </a:lnTo>
                  <a:lnTo>
                    <a:pt x="5846922" y="2976089"/>
                  </a:lnTo>
                  <a:lnTo>
                    <a:pt x="5808566" y="3004484"/>
                  </a:lnTo>
                  <a:lnTo>
                    <a:pt x="5767804" y="3028872"/>
                  </a:lnTo>
                  <a:lnTo>
                    <a:pt x="5724955" y="3049122"/>
                  </a:lnTo>
                  <a:lnTo>
                    <a:pt x="5680337" y="3065102"/>
                  </a:lnTo>
                  <a:lnTo>
                    <a:pt x="5634269" y="3076679"/>
                  </a:lnTo>
                  <a:lnTo>
                    <a:pt x="5587070" y="3083722"/>
                  </a:lnTo>
                  <a:lnTo>
                    <a:pt x="5539057" y="308610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865883" y="2401062"/>
              <a:ext cx="5210174" cy="27431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16000" y="2168462"/>
            <a:ext cx="6859270" cy="38989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3200" b="1" spc="-250" dirty="0">
                <a:solidFill>
                  <a:srgbClr val="A69EF1"/>
                </a:solidFill>
                <a:latin typeface="Arial"/>
                <a:cs typeface="Arial"/>
              </a:rPr>
              <a:t>USE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db_name;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5"/>
              </a:spcBef>
            </a:pPr>
            <a:endParaRPr sz="3200">
              <a:latin typeface="Arial"/>
              <a:cs typeface="Arial"/>
            </a:endParaRPr>
          </a:p>
          <a:p>
            <a:pPr marL="450850" marR="5080" indent="-438784">
              <a:lnSpc>
                <a:spcPct val="115199"/>
              </a:lnSpc>
            </a:pPr>
            <a:r>
              <a:rPr sz="3200" b="1" spc="-204" dirty="0">
                <a:solidFill>
                  <a:srgbClr val="A69EF1"/>
                </a:solidFill>
                <a:latin typeface="Arial"/>
                <a:cs typeface="Arial"/>
              </a:rPr>
              <a:t>CREATE</a:t>
            </a:r>
            <a:r>
              <a:rPr sz="3200" b="1" spc="-3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5" dirty="0">
                <a:solidFill>
                  <a:srgbClr val="A69EF1"/>
                </a:solidFill>
                <a:latin typeface="Arial"/>
                <a:cs typeface="Arial"/>
              </a:rPr>
              <a:t>TABLE</a:t>
            </a:r>
            <a:r>
              <a:rPr sz="3200" b="1" spc="-114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solidFill>
                  <a:srgbClr val="FFFFFF"/>
                </a:solidFill>
                <a:latin typeface="Arial"/>
                <a:cs typeface="Arial"/>
              </a:rPr>
              <a:t>(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column_name1</a:t>
            </a:r>
            <a:r>
              <a:rPr sz="3200" i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datatype</a:t>
            </a:r>
            <a:r>
              <a:rPr sz="32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constraint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column_name2</a:t>
            </a:r>
            <a:r>
              <a:rPr sz="3200" i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datatype</a:t>
            </a:r>
            <a:r>
              <a:rPr sz="32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constraint,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column_name2</a:t>
            </a:r>
            <a:r>
              <a:rPr sz="3200" i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datatype</a:t>
            </a:r>
            <a:r>
              <a:rPr sz="32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constraint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);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SQL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2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Datatypes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86773" y="2823656"/>
            <a:ext cx="10818495" cy="7193280"/>
            <a:chOff x="786773" y="2823656"/>
            <a:chExt cx="10818495" cy="7193280"/>
          </a:xfrm>
        </p:grpSpPr>
        <p:sp>
          <p:nvSpPr>
            <p:cNvPr id="4" name="object 4"/>
            <p:cNvSpPr/>
            <p:nvPr/>
          </p:nvSpPr>
          <p:spPr>
            <a:xfrm>
              <a:off x="786773" y="2823656"/>
              <a:ext cx="10818495" cy="7193280"/>
            </a:xfrm>
            <a:custGeom>
              <a:avLst/>
              <a:gdLst/>
              <a:ahLst/>
              <a:cxnLst/>
              <a:rect l="l" t="t" r="r" b="b"/>
              <a:pathLst>
                <a:path w="10818495" h="7193280">
                  <a:moveTo>
                    <a:pt x="10332710" y="7193068"/>
                  </a:moveTo>
                  <a:lnTo>
                    <a:pt x="485774" y="7193068"/>
                  </a:lnTo>
                  <a:lnTo>
                    <a:pt x="438991" y="7190844"/>
                  </a:lnTo>
                  <a:lnTo>
                    <a:pt x="393466" y="7184308"/>
                  </a:lnTo>
                  <a:lnTo>
                    <a:pt x="349402" y="7173665"/>
                  </a:lnTo>
                  <a:lnTo>
                    <a:pt x="307004" y="7159116"/>
                  </a:lnTo>
                  <a:lnTo>
                    <a:pt x="266475" y="7140867"/>
                  </a:lnTo>
                  <a:lnTo>
                    <a:pt x="228018" y="7119120"/>
                  </a:lnTo>
                  <a:lnTo>
                    <a:pt x="191838" y="7094080"/>
                  </a:lnTo>
                  <a:lnTo>
                    <a:pt x="158137" y="7065948"/>
                  </a:lnTo>
                  <a:lnTo>
                    <a:pt x="127119" y="7034931"/>
                  </a:lnTo>
                  <a:lnTo>
                    <a:pt x="98988" y="7001230"/>
                  </a:lnTo>
                  <a:lnTo>
                    <a:pt x="73947" y="6965049"/>
                  </a:lnTo>
                  <a:lnTo>
                    <a:pt x="52200" y="6926592"/>
                  </a:lnTo>
                  <a:lnTo>
                    <a:pt x="33951" y="6886063"/>
                  </a:lnTo>
                  <a:lnTo>
                    <a:pt x="19402" y="6843665"/>
                  </a:lnTo>
                  <a:lnTo>
                    <a:pt x="8759" y="6799601"/>
                  </a:lnTo>
                  <a:lnTo>
                    <a:pt x="2223" y="6754076"/>
                  </a:lnTo>
                  <a:lnTo>
                    <a:pt x="0" y="6707293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2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10332710" y="0"/>
                  </a:lnTo>
                  <a:lnTo>
                    <a:pt x="10379493" y="2223"/>
                  </a:lnTo>
                  <a:lnTo>
                    <a:pt x="10425019" y="8759"/>
                  </a:lnTo>
                  <a:lnTo>
                    <a:pt x="10469082" y="19402"/>
                  </a:lnTo>
                  <a:lnTo>
                    <a:pt x="10511480" y="33951"/>
                  </a:lnTo>
                  <a:lnTo>
                    <a:pt x="10552009" y="52200"/>
                  </a:lnTo>
                  <a:lnTo>
                    <a:pt x="10590466" y="73947"/>
                  </a:lnTo>
                  <a:lnTo>
                    <a:pt x="10626647" y="98988"/>
                  </a:lnTo>
                  <a:lnTo>
                    <a:pt x="10660348" y="127119"/>
                  </a:lnTo>
                  <a:lnTo>
                    <a:pt x="10691366" y="158137"/>
                  </a:lnTo>
                  <a:lnTo>
                    <a:pt x="10719497" y="191838"/>
                  </a:lnTo>
                  <a:lnTo>
                    <a:pt x="10744537" y="228018"/>
                  </a:lnTo>
                  <a:lnTo>
                    <a:pt x="10766284" y="266475"/>
                  </a:lnTo>
                  <a:lnTo>
                    <a:pt x="10784534" y="307004"/>
                  </a:lnTo>
                  <a:lnTo>
                    <a:pt x="10799082" y="349402"/>
                  </a:lnTo>
                  <a:lnTo>
                    <a:pt x="10809726" y="393466"/>
                  </a:lnTo>
                  <a:lnTo>
                    <a:pt x="10816261" y="438991"/>
                  </a:lnTo>
                  <a:lnTo>
                    <a:pt x="10818485" y="485774"/>
                  </a:lnTo>
                  <a:lnTo>
                    <a:pt x="10818485" y="6707293"/>
                  </a:lnTo>
                  <a:lnTo>
                    <a:pt x="10816261" y="6754076"/>
                  </a:lnTo>
                  <a:lnTo>
                    <a:pt x="10809726" y="6799601"/>
                  </a:lnTo>
                  <a:lnTo>
                    <a:pt x="10799082" y="6843665"/>
                  </a:lnTo>
                  <a:lnTo>
                    <a:pt x="10784534" y="6886063"/>
                  </a:lnTo>
                  <a:lnTo>
                    <a:pt x="10766284" y="6926592"/>
                  </a:lnTo>
                  <a:lnTo>
                    <a:pt x="10744537" y="6965049"/>
                  </a:lnTo>
                  <a:lnTo>
                    <a:pt x="10719497" y="7001230"/>
                  </a:lnTo>
                  <a:lnTo>
                    <a:pt x="10691366" y="7034931"/>
                  </a:lnTo>
                  <a:lnTo>
                    <a:pt x="10660348" y="7065948"/>
                  </a:lnTo>
                  <a:lnTo>
                    <a:pt x="10626647" y="7094080"/>
                  </a:lnTo>
                  <a:lnTo>
                    <a:pt x="10590466" y="7119120"/>
                  </a:lnTo>
                  <a:lnTo>
                    <a:pt x="10552009" y="7140867"/>
                  </a:lnTo>
                  <a:lnTo>
                    <a:pt x="10511480" y="7159116"/>
                  </a:lnTo>
                  <a:lnTo>
                    <a:pt x="10469082" y="7173665"/>
                  </a:lnTo>
                  <a:lnTo>
                    <a:pt x="10425019" y="7184308"/>
                  </a:lnTo>
                  <a:lnTo>
                    <a:pt x="10379493" y="7190844"/>
                  </a:lnTo>
                  <a:lnTo>
                    <a:pt x="10332710" y="719306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67354" y="3025946"/>
              <a:ext cx="10258424" cy="67913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7106" y="2024221"/>
            <a:ext cx="961326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They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define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17D9FF"/>
                </a:solidFill>
                <a:latin typeface="Arial"/>
                <a:cs typeface="Arial"/>
              </a:rPr>
              <a:t>type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17D9FF"/>
                </a:solidFill>
                <a:latin typeface="Arial"/>
                <a:cs typeface="Arial"/>
              </a:rPr>
              <a:t>of</a:t>
            </a:r>
            <a:r>
              <a:rPr sz="2800" b="1" spc="-10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55" dirty="0">
                <a:solidFill>
                  <a:srgbClr val="17D9FF"/>
                </a:solidFill>
                <a:latin typeface="Arial"/>
                <a:cs typeface="Arial"/>
              </a:rPr>
              <a:t>values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can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stored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353758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SQL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2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Datatypes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106" y="2024226"/>
            <a:ext cx="2962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80" dirty="0">
                <a:solidFill>
                  <a:srgbClr val="17D9FF"/>
                </a:solidFill>
                <a:latin typeface="Arial"/>
                <a:cs typeface="Arial"/>
              </a:rPr>
              <a:t>Signed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17D9FF"/>
                </a:solidFill>
                <a:latin typeface="Arial"/>
                <a:cs typeface="Arial"/>
              </a:rPr>
              <a:t>&amp;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45" dirty="0">
                <a:solidFill>
                  <a:srgbClr val="17D9FF"/>
                </a:solidFill>
                <a:latin typeface="Arial"/>
                <a:cs typeface="Arial"/>
              </a:rPr>
              <a:t>Unsigned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79506" y="3646298"/>
            <a:ext cx="5511165" cy="1950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TINYINT</a:t>
            </a:r>
            <a:r>
              <a:rPr sz="3200" b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30" dirty="0">
                <a:solidFill>
                  <a:srgbClr val="A69EF1"/>
                </a:solidFill>
                <a:latin typeface="Arial"/>
                <a:cs typeface="Arial"/>
              </a:rPr>
              <a:t>UNSIGNED</a:t>
            </a:r>
            <a:r>
              <a:rPr sz="3200" b="1" spc="-12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(0</a:t>
            </a:r>
            <a:r>
              <a:rPr sz="32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2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255)</a:t>
            </a: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</a:pPr>
            <a:endParaRPr sz="32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14"/>
              </a:spcBef>
            </a:pP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-35" dirty="0">
                <a:solidFill>
                  <a:srgbClr val="FFFFFF"/>
                </a:solidFill>
                <a:latin typeface="Arial"/>
                <a:cs typeface="Arial"/>
              </a:rPr>
              <a:t>TINYINT</a:t>
            </a:r>
            <a:r>
              <a:rPr sz="32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dirty="0">
                <a:solidFill>
                  <a:srgbClr val="FFFFFF"/>
                </a:solidFill>
                <a:latin typeface="Arial MT"/>
                <a:cs typeface="Arial MT"/>
              </a:rPr>
              <a:t>(-128</a:t>
            </a:r>
            <a:r>
              <a:rPr sz="32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55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20" dirty="0">
                <a:solidFill>
                  <a:srgbClr val="FFFFFF"/>
                </a:solidFill>
                <a:latin typeface="Arial MT"/>
                <a:cs typeface="Arial MT"/>
              </a:rPr>
              <a:t>127)</a:t>
            </a:r>
            <a:endParaRPr sz="3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Types</a:t>
            </a:r>
            <a:r>
              <a:rPr u="heavy" spc="-1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3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of</a:t>
            </a:r>
            <a:r>
              <a:rPr u="heavy" spc="-1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3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SQL</a:t>
            </a: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3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Commands 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027719" y="7449603"/>
            <a:ext cx="11975465" cy="452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80"/>
              </a:lnSpc>
            </a:pPr>
            <a:r>
              <a:rPr sz="2800" b="1" spc="-165" dirty="0">
                <a:solidFill>
                  <a:srgbClr val="17D9FF"/>
                </a:solidFill>
                <a:latin typeface="Arial"/>
                <a:cs typeface="Arial"/>
              </a:rPr>
              <a:t>TCL</a:t>
            </a:r>
            <a:r>
              <a:rPr sz="2800" b="1" spc="-9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(Transaction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Language)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start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 transaction,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commit,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rollback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etc.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589702"/>
            <a:ext cx="11123930" cy="406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70" dirty="0">
                <a:solidFill>
                  <a:srgbClr val="17D9FF"/>
                </a:solidFill>
                <a:latin typeface="Arial"/>
                <a:cs typeface="Arial"/>
              </a:rPr>
              <a:t>DDL</a:t>
            </a:r>
            <a:r>
              <a:rPr sz="2800" b="1" spc="-11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(Data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Definition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Language)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create,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alter,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rename,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truncate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drop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10"/>
              </a:spcBef>
            </a:pPr>
            <a:endParaRPr sz="2800">
              <a:latin typeface="Arial MT"/>
              <a:cs typeface="Arial MT"/>
            </a:endParaRPr>
          </a:p>
          <a:p>
            <a:pPr marL="24130">
              <a:lnSpc>
                <a:spcPct val="100000"/>
              </a:lnSpc>
            </a:pPr>
            <a:r>
              <a:rPr sz="2800" b="1" spc="-150" dirty="0">
                <a:solidFill>
                  <a:srgbClr val="17D9FF"/>
                </a:solidFill>
                <a:latin typeface="Arial"/>
                <a:cs typeface="Arial"/>
              </a:rPr>
              <a:t>DQL</a:t>
            </a:r>
            <a:r>
              <a:rPr sz="2800" b="1" spc="-8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(Data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Query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Language)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select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10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DML</a:t>
            </a:r>
            <a:r>
              <a:rPr sz="2800" b="1" spc="-11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(Data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Manipulation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Language)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select,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insert,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update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delete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910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b="1" spc="-165" dirty="0">
                <a:solidFill>
                  <a:srgbClr val="17D9FF"/>
                </a:solidFill>
                <a:latin typeface="Arial"/>
                <a:cs typeface="Arial"/>
              </a:rPr>
              <a:t>DCL</a:t>
            </a:r>
            <a:r>
              <a:rPr sz="2800" b="1" spc="-11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(Data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Control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Language)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: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grant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revoke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permission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users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7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Database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u="heavy" spc="-17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2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38212" y="8188209"/>
            <a:ext cx="32842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5" dirty="0">
                <a:solidFill>
                  <a:srgbClr val="A69EF1"/>
                </a:solidFill>
                <a:latin typeface="Arial"/>
                <a:cs typeface="Arial"/>
              </a:rPr>
              <a:t>SHOW</a:t>
            </a:r>
            <a:r>
              <a:rPr sz="2800" b="1" spc="-12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A69EF1"/>
                </a:solidFill>
                <a:latin typeface="Arial"/>
                <a:cs typeface="Arial"/>
              </a:rPr>
              <a:t>DATABASES</a:t>
            </a:r>
            <a:r>
              <a:rPr sz="2800" i="1" spc="-165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106" y="9016010"/>
            <a:ext cx="25603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5" dirty="0">
                <a:solidFill>
                  <a:srgbClr val="A69EF1"/>
                </a:solidFill>
                <a:latin typeface="Arial"/>
                <a:cs typeface="Arial"/>
              </a:rPr>
              <a:t>SHOW</a:t>
            </a:r>
            <a:r>
              <a:rPr sz="2800" b="1" spc="-12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A69EF1"/>
                </a:solidFill>
                <a:latin typeface="Arial"/>
                <a:cs typeface="Arial"/>
              </a:rPr>
              <a:t>TABLES</a:t>
            </a:r>
            <a:r>
              <a:rPr sz="2800" i="1" spc="-160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16000" y="2454180"/>
            <a:ext cx="7395209" cy="12014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80" dirty="0">
                <a:solidFill>
                  <a:srgbClr val="A69EF1"/>
                </a:solidFill>
                <a:latin typeface="Arial"/>
                <a:cs typeface="Arial"/>
              </a:rPr>
              <a:t>CREATE</a:t>
            </a:r>
            <a:r>
              <a:rPr sz="2800" b="1" spc="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b="1" spc="-210" dirty="0">
                <a:solidFill>
                  <a:srgbClr val="A69EF1"/>
                </a:solidFill>
                <a:latin typeface="Arial"/>
                <a:cs typeface="Arial"/>
              </a:rPr>
              <a:t>DATABASE</a:t>
            </a:r>
            <a:r>
              <a:rPr sz="2800" b="1" spc="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Arial"/>
                <a:cs typeface="Arial"/>
              </a:rPr>
              <a:t>db_name;</a:t>
            </a: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2535"/>
              </a:spcBef>
            </a:pPr>
            <a:r>
              <a:rPr sz="2800" b="1" spc="-180" dirty="0">
                <a:solidFill>
                  <a:srgbClr val="A69EF1"/>
                </a:solidFill>
                <a:latin typeface="Arial"/>
                <a:cs typeface="Arial"/>
              </a:rPr>
              <a:t>CREATE</a:t>
            </a:r>
            <a:r>
              <a:rPr sz="2800" b="1" spc="-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b="1" spc="-210" dirty="0">
                <a:solidFill>
                  <a:srgbClr val="A69EF1"/>
                </a:solidFill>
                <a:latin typeface="Arial"/>
                <a:cs typeface="Arial"/>
              </a:rPr>
              <a:t>DATABASE</a:t>
            </a:r>
            <a:r>
              <a:rPr sz="2800" b="1" spc="-8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76ABC"/>
                </a:solidFill>
                <a:latin typeface="Arial"/>
                <a:cs typeface="Arial"/>
              </a:rPr>
              <a:t>IF</a:t>
            </a:r>
            <a:r>
              <a:rPr sz="2800" b="1" spc="-8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85" dirty="0">
                <a:solidFill>
                  <a:srgbClr val="F76ABC"/>
                </a:solidFill>
                <a:latin typeface="Arial"/>
                <a:cs typeface="Arial"/>
              </a:rPr>
              <a:t>NOT</a:t>
            </a:r>
            <a:r>
              <a:rPr sz="2800" b="1" spc="-8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76ABC"/>
                </a:solidFill>
                <a:latin typeface="Arial"/>
                <a:cs typeface="Arial"/>
              </a:rPr>
              <a:t>EXISTS</a:t>
            </a:r>
            <a:r>
              <a:rPr sz="2800" b="1" spc="-1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Arial"/>
                <a:cs typeface="Arial"/>
              </a:rPr>
              <a:t>db_name;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38212" y="5854875"/>
            <a:ext cx="6169660" cy="1200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4" dirty="0">
                <a:solidFill>
                  <a:srgbClr val="A69EF1"/>
                </a:solidFill>
                <a:latin typeface="Arial"/>
                <a:cs typeface="Arial"/>
              </a:rPr>
              <a:t>DROP</a:t>
            </a:r>
            <a:r>
              <a:rPr sz="2800" b="1" spc="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b="1" spc="-210" dirty="0">
                <a:solidFill>
                  <a:srgbClr val="A69EF1"/>
                </a:solidFill>
                <a:latin typeface="Arial"/>
                <a:cs typeface="Arial"/>
              </a:rPr>
              <a:t>DATABASE</a:t>
            </a:r>
            <a:r>
              <a:rPr sz="2800" b="1" spc="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Arial"/>
                <a:cs typeface="Arial"/>
              </a:rPr>
              <a:t>db_name;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30"/>
              </a:spcBef>
            </a:pPr>
            <a:r>
              <a:rPr sz="2800" b="1" spc="-204" dirty="0">
                <a:solidFill>
                  <a:srgbClr val="A69EF1"/>
                </a:solidFill>
                <a:latin typeface="Arial"/>
                <a:cs typeface="Arial"/>
              </a:rPr>
              <a:t>DROP</a:t>
            </a:r>
            <a:r>
              <a:rPr sz="2800" b="1" spc="-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b="1" spc="-210" dirty="0">
                <a:solidFill>
                  <a:srgbClr val="A69EF1"/>
                </a:solidFill>
                <a:latin typeface="Arial"/>
                <a:cs typeface="Arial"/>
              </a:rPr>
              <a:t>DATABASE</a:t>
            </a:r>
            <a:r>
              <a:rPr sz="2800" b="1" spc="-7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76ABC"/>
                </a:solidFill>
                <a:latin typeface="Arial"/>
                <a:cs typeface="Arial"/>
              </a:rPr>
              <a:t>IF</a:t>
            </a:r>
            <a:r>
              <a:rPr sz="2800" b="1" spc="-7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76ABC"/>
                </a:solidFill>
                <a:latin typeface="Arial"/>
                <a:cs typeface="Arial"/>
              </a:rPr>
              <a:t>EXISTS</a:t>
            </a:r>
            <a:r>
              <a:rPr sz="2800" b="1" spc="-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Arial"/>
                <a:cs typeface="Arial"/>
              </a:rPr>
              <a:t>db_name;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028699" y="4055068"/>
            <a:ext cx="8885555" cy="745490"/>
            <a:chOff x="1028699" y="4055068"/>
            <a:chExt cx="8885555" cy="745490"/>
          </a:xfrm>
        </p:grpSpPr>
        <p:sp>
          <p:nvSpPr>
            <p:cNvPr id="8" name="object 8"/>
            <p:cNvSpPr/>
            <p:nvPr/>
          </p:nvSpPr>
          <p:spPr>
            <a:xfrm>
              <a:off x="1028699" y="4055068"/>
              <a:ext cx="8885555" cy="745490"/>
            </a:xfrm>
            <a:custGeom>
              <a:avLst/>
              <a:gdLst/>
              <a:ahLst/>
              <a:cxnLst/>
              <a:rect l="l" t="t" r="r" b="b"/>
              <a:pathLst>
                <a:path w="8885555" h="745489">
                  <a:moveTo>
                    <a:pt x="8512564" y="744957"/>
                  </a:moveTo>
                  <a:lnTo>
                    <a:pt x="372478" y="744957"/>
                  </a:lnTo>
                  <a:lnTo>
                    <a:pt x="323518" y="741727"/>
                  </a:lnTo>
                  <a:lnTo>
                    <a:pt x="275811" y="732196"/>
                  </a:lnTo>
                  <a:lnTo>
                    <a:pt x="229937" y="716604"/>
                  </a:lnTo>
                  <a:lnTo>
                    <a:pt x="186473" y="695191"/>
                  </a:lnTo>
                  <a:lnTo>
                    <a:pt x="146000" y="668196"/>
                  </a:lnTo>
                  <a:lnTo>
                    <a:pt x="109096" y="635861"/>
                  </a:lnTo>
                  <a:lnTo>
                    <a:pt x="76760" y="598956"/>
                  </a:lnTo>
                  <a:lnTo>
                    <a:pt x="49766" y="558483"/>
                  </a:lnTo>
                  <a:lnTo>
                    <a:pt x="28353" y="515020"/>
                  </a:lnTo>
                  <a:lnTo>
                    <a:pt x="12761" y="469145"/>
                  </a:lnTo>
                  <a:lnTo>
                    <a:pt x="3230" y="421438"/>
                  </a:lnTo>
                  <a:lnTo>
                    <a:pt x="0" y="372478"/>
                  </a:lnTo>
                  <a:lnTo>
                    <a:pt x="3230" y="323518"/>
                  </a:lnTo>
                  <a:lnTo>
                    <a:pt x="12761" y="275811"/>
                  </a:lnTo>
                  <a:lnTo>
                    <a:pt x="28353" y="229937"/>
                  </a:lnTo>
                  <a:lnTo>
                    <a:pt x="49766" y="186473"/>
                  </a:lnTo>
                  <a:lnTo>
                    <a:pt x="76760" y="146000"/>
                  </a:lnTo>
                  <a:lnTo>
                    <a:pt x="109096" y="109096"/>
                  </a:lnTo>
                  <a:lnTo>
                    <a:pt x="146000" y="76760"/>
                  </a:lnTo>
                  <a:lnTo>
                    <a:pt x="186473" y="49766"/>
                  </a:lnTo>
                  <a:lnTo>
                    <a:pt x="229937" y="28353"/>
                  </a:lnTo>
                  <a:lnTo>
                    <a:pt x="275811" y="12761"/>
                  </a:lnTo>
                  <a:lnTo>
                    <a:pt x="323518" y="3230"/>
                  </a:lnTo>
                  <a:lnTo>
                    <a:pt x="372478" y="0"/>
                  </a:lnTo>
                  <a:lnTo>
                    <a:pt x="8512564" y="0"/>
                  </a:lnTo>
                  <a:lnTo>
                    <a:pt x="8561524" y="3230"/>
                  </a:lnTo>
                  <a:lnTo>
                    <a:pt x="8609231" y="12761"/>
                  </a:lnTo>
                  <a:lnTo>
                    <a:pt x="8655106" y="28353"/>
                  </a:lnTo>
                  <a:lnTo>
                    <a:pt x="8698569" y="49766"/>
                  </a:lnTo>
                  <a:lnTo>
                    <a:pt x="8739043" y="76760"/>
                  </a:lnTo>
                  <a:lnTo>
                    <a:pt x="8775947" y="109096"/>
                  </a:lnTo>
                  <a:lnTo>
                    <a:pt x="8808283" y="146000"/>
                  </a:lnTo>
                  <a:lnTo>
                    <a:pt x="8835277" y="186473"/>
                  </a:lnTo>
                  <a:lnTo>
                    <a:pt x="8856690" y="229937"/>
                  </a:lnTo>
                  <a:lnTo>
                    <a:pt x="8872282" y="275811"/>
                  </a:lnTo>
                  <a:lnTo>
                    <a:pt x="8881813" y="323518"/>
                  </a:lnTo>
                  <a:lnTo>
                    <a:pt x="8885043" y="372478"/>
                  </a:lnTo>
                  <a:lnTo>
                    <a:pt x="8881813" y="421438"/>
                  </a:lnTo>
                  <a:lnTo>
                    <a:pt x="8872282" y="469145"/>
                  </a:lnTo>
                  <a:lnTo>
                    <a:pt x="8856690" y="515020"/>
                  </a:lnTo>
                  <a:lnTo>
                    <a:pt x="8835277" y="558483"/>
                  </a:lnTo>
                  <a:lnTo>
                    <a:pt x="8808283" y="598956"/>
                  </a:lnTo>
                  <a:lnTo>
                    <a:pt x="8775947" y="635861"/>
                  </a:lnTo>
                  <a:lnTo>
                    <a:pt x="8739043" y="668196"/>
                  </a:lnTo>
                  <a:lnTo>
                    <a:pt x="8698569" y="695191"/>
                  </a:lnTo>
                  <a:lnTo>
                    <a:pt x="8655106" y="716604"/>
                  </a:lnTo>
                  <a:lnTo>
                    <a:pt x="8609231" y="732196"/>
                  </a:lnTo>
                  <a:lnTo>
                    <a:pt x="8561524" y="741727"/>
                  </a:lnTo>
                  <a:lnTo>
                    <a:pt x="8512564" y="74495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30071" y="4153243"/>
              <a:ext cx="8486774" cy="55244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Table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u="heavy" spc="-20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Queries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700" y="6426905"/>
            <a:ext cx="5924550" cy="2443480"/>
            <a:chOff x="1028700" y="6426905"/>
            <a:chExt cx="5924550" cy="2443480"/>
          </a:xfrm>
        </p:grpSpPr>
        <p:sp>
          <p:nvSpPr>
            <p:cNvPr id="4" name="object 4"/>
            <p:cNvSpPr/>
            <p:nvPr/>
          </p:nvSpPr>
          <p:spPr>
            <a:xfrm>
              <a:off x="1028700" y="6426905"/>
              <a:ext cx="5924550" cy="2443480"/>
            </a:xfrm>
            <a:custGeom>
              <a:avLst/>
              <a:gdLst/>
              <a:ahLst/>
              <a:cxnLst/>
              <a:rect l="l" t="t" r="r" b="b"/>
              <a:pathLst>
                <a:path w="5924550" h="2443479">
                  <a:moveTo>
                    <a:pt x="5438767" y="2443327"/>
                  </a:moveTo>
                  <a:lnTo>
                    <a:pt x="485775" y="2443327"/>
                  </a:lnTo>
                  <a:lnTo>
                    <a:pt x="437762" y="2440950"/>
                  </a:lnTo>
                  <a:lnTo>
                    <a:pt x="390562" y="2433907"/>
                  </a:lnTo>
                  <a:lnTo>
                    <a:pt x="344494" y="2422330"/>
                  </a:lnTo>
                  <a:lnTo>
                    <a:pt x="299876" y="2406350"/>
                  </a:lnTo>
                  <a:lnTo>
                    <a:pt x="257028" y="2386100"/>
                  </a:lnTo>
                  <a:lnTo>
                    <a:pt x="216266" y="2361711"/>
                  </a:lnTo>
                  <a:lnTo>
                    <a:pt x="177911" y="2333316"/>
                  </a:lnTo>
                  <a:lnTo>
                    <a:pt x="142280" y="2301047"/>
                  </a:lnTo>
                  <a:lnTo>
                    <a:pt x="110010" y="2265416"/>
                  </a:lnTo>
                  <a:lnTo>
                    <a:pt x="81615" y="2227061"/>
                  </a:lnTo>
                  <a:lnTo>
                    <a:pt x="57227" y="2186299"/>
                  </a:lnTo>
                  <a:lnTo>
                    <a:pt x="36977" y="2143450"/>
                  </a:lnTo>
                  <a:lnTo>
                    <a:pt x="20997" y="2098833"/>
                  </a:lnTo>
                  <a:lnTo>
                    <a:pt x="9420" y="2052765"/>
                  </a:lnTo>
                  <a:lnTo>
                    <a:pt x="2377" y="2005565"/>
                  </a:lnTo>
                  <a:lnTo>
                    <a:pt x="0" y="1957552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5438767" y="0"/>
                  </a:lnTo>
                  <a:lnTo>
                    <a:pt x="5486780" y="2377"/>
                  </a:lnTo>
                  <a:lnTo>
                    <a:pt x="5533980" y="9420"/>
                  </a:lnTo>
                  <a:lnTo>
                    <a:pt x="5580048" y="20997"/>
                  </a:lnTo>
                  <a:lnTo>
                    <a:pt x="5624666" y="36977"/>
                  </a:lnTo>
                  <a:lnTo>
                    <a:pt x="5667514" y="57227"/>
                  </a:lnTo>
                  <a:lnTo>
                    <a:pt x="5708276" y="81616"/>
                  </a:lnTo>
                  <a:lnTo>
                    <a:pt x="5746631" y="110011"/>
                  </a:lnTo>
                  <a:lnTo>
                    <a:pt x="5782263" y="142280"/>
                  </a:lnTo>
                  <a:lnTo>
                    <a:pt x="5814532" y="177911"/>
                  </a:lnTo>
                  <a:lnTo>
                    <a:pt x="5842927" y="216266"/>
                  </a:lnTo>
                  <a:lnTo>
                    <a:pt x="5867315" y="257028"/>
                  </a:lnTo>
                  <a:lnTo>
                    <a:pt x="5887565" y="299877"/>
                  </a:lnTo>
                  <a:lnTo>
                    <a:pt x="5903545" y="344494"/>
                  </a:lnTo>
                  <a:lnTo>
                    <a:pt x="5915122" y="390562"/>
                  </a:lnTo>
                  <a:lnTo>
                    <a:pt x="5922165" y="437762"/>
                  </a:lnTo>
                  <a:lnTo>
                    <a:pt x="5924542" y="485775"/>
                  </a:lnTo>
                  <a:lnTo>
                    <a:pt x="5924542" y="1957552"/>
                  </a:lnTo>
                  <a:lnTo>
                    <a:pt x="5922165" y="2005565"/>
                  </a:lnTo>
                  <a:lnTo>
                    <a:pt x="5915122" y="2052765"/>
                  </a:lnTo>
                  <a:lnTo>
                    <a:pt x="5903545" y="2098833"/>
                  </a:lnTo>
                  <a:lnTo>
                    <a:pt x="5887565" y="2143450"/>
                  </a:lnTo>
                  <a:lnTo>
                    <a:pt x="5867315" y="2186299"/>
                  </a:lnTo>
                  <a:lnTo>
                    <a:pt x="5842927" y="2227061"/>
                  </a:lnTo>
                  <a:lnTo>
                    <a:pt x="5814532" y="2265416"/>
                  </a:lnTo>
                  <a:lnTo>
                    <a:pt x="5782263" y="2301047"/>
                  </a:lnTo>
                  <a:lnTo>
                    <a:pt x="5746631" y="2333316"/>
                  </a:lnTo>
                  <a:lnTo>
                    <a:pt x="5708276" y="2361711"/>
                  </a:lnTo>
                  <a:lnTo>
                    <a:pt x="5667514" y="2386100"/>
                  </a:lnTo>
                  <a:lnTo>
                    <a:pt x="5624666" y="2406350"/>
                  </a:lnTo>
                  <a:lnTo>
                    <a:pt x="5580048" y="2422330"/>
                  </a:lnTo>
                  <a:lnTo>
                    <a:pt x="5533980" y="2433907"/>
                  </a:lnTo>
                  <a:lnTo>
                    <a:pt x="5486780" y="2440950"/>
                  </a:lnTo>
                  <a:lnTo>
                    <a:pt x="5438767" y="244332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2495" y="6703499"/>
              <a:ext cx="5400674" cy="19716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7106" y="2024222"/>
            <a:ext cx="6859270" cy="2919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17D9FF"/>
                </a:solidFill>
                <a:latin typeface="Arial"/>
                <a:cs typeface="Arial"/>
              </a:rPr>
              <a:t>Create</a:t>
            </a:r>
            <a:endParaRPr sz="2800">
              <a:latin typeface="Arial"/>
              <a:cs typeface="Arial"/>
            </a:endParaRPr>
          </a:p>
          <a:p>
            <a:pPr marL="450850" marR="5080" indent="-438784">
              <a:lnSpc>
                <a:spcPct val="115199"/>
              </a:lnSpc>
              <a:spcBef>
                <a:spcPts val="1730"/>
              </a:spcBef>
            </a:pPr>
            <a:r>
              <a:rPr sz="3200" b="1" spc="-204" dirty="0">
                <a:solidFill>
                  <a:srgbClr val="A69EF1"/>
                </a:solidFill>
                <a:latin typeface="Arial"/>
                <a:cs typeface="Arial"/>
              </a:rPr>
              <a:t>CREATE</a:t>
            </a:r>
            <a:r>
              <a:rPr sz="3200" b="1" spc="-3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5" dirty="0">
                <a:solidFill>
                  <a:srgbClr val="A69EF1"/>
                </a:solidFill>
                <a:latin typeface="Arial"/>
                <a:cs typeface="Arial"/>
              </a:rPr>
              <a:t>TABLE</a:t>
            </a:r>
            <a:r>
              <a:rPr sz="3200" b="1" spc="-114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50" dirty="0">
                <a:solidFill>
                  <a:srgbClr val="FFFFFF"/>
                </a:solidFill>
                <a:latin typeface="Arial"/>
                <a:cs typeface="Arial"/>
              </a:rPr>
              <a:t>(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column_name1</a:t>
            </a:r>
            <a:r>
              <a:rPr sz="3200" i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datatype</a:t>
            </a:r>
            <a:r>
              <a:rPr sz="32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constraint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,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column_name2</a:t>
            </a:r>
            <a:r>
              <a:rPr sz="3200" i="1" spc="-1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spc="-30" dirty="0">
                <a:solidFill>
                  <a:srgbClr val="FFFFFF"/>
                </a:solidFill>
                <a:latin typeface="Arial MT"/>
                <a:cs typeface="Arial MT"/>
              </a:rPr>
              <a:t>datatype</a:t>
            </a:r>
            <a:r>
              <a:rPr sz="32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3200" spc="-10" dirty="0">
                <a:solidFill>
                  <a:srgbClr val="FFFFFF"/>
                </a:solidFill>
                <a:latin typeface="Arial MT"/>
                <a:cs typeface="Arial MT"/>
              </a:rPr>
              <a:t>constraint,</a:t>
            </a:r>
            <a:endParaRPr sz="32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);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Table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u="heavy" spc="-20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Queries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699" y="4780264"/>
            <a:ext cx="5750560" cy="727075"/>
            <a:chOff x="1028699" y="4780264"/>
            <a:chExt cx="5750560" cy="727075"/>
          </a:xfrm>
        </p:grpSpPr>
        <p:sp>
          <p:nvSpPr>
            <p:cNvPr id="4" name="object 4"/>
            <p:cNvSpPr/>
            <p:nvPr/>
          </p:nvSpPr>
          <p:spPr>
            <a:xfrm>
              <a:off x="1028699" y="4780264"/>
              <a:ext cx="5750560" cy="727075"/>
            </a:xfrm>
            <a:custGeom>
              <a:avLst/>
              <a:gdLst/>
              <a:ahLst/>
              <a:cxnLst/>
              <a:rect l="l" t="t" r="r" b="b"/>
              <a:pathLst>
                <a:path w="5750559" h="727075">
                  <a:moveTo>
                    <a:pt x="5387159" y="726472"/>
                  </a:moveTo>
                  <a:lnTo>
                    <a:pt x="363236" y="726472"/>
                  </a:lnTo>
                  <a:lnTo>
                    <a:pt x="313947" y="723156"/>
                  </a:lnTo>
                  <a:lnTo>
                    <a:pt x="266673" y="713496"/>
                  </a:lnTo>
                  <a:lnTo>
                    <a:pt x="221848" y="697927"/>
                  </a:lnTo>
                  <a:lnTo>
                    <a:pt x="179903" y="676879"/>
                  </a:lnTo>
                  <a:lnTo>
                    <a:pt x="141273" y="650787"/>
                  </a:lnTo>
                  <a:lnTo>
                    <a:pt x="106389" y="620082"/>
                  </a:lnTo>
                  <a:lnTo>
                    <a:pt x="75684" y="585198"/>
                  </a:lnTo>
                  <a:lnTo>
                    <a:pt x="49592" y="546568"/>
                  </a:lnTo>
                  <a:lnTo>
                    <a:pt x="28544" y="504623"/>
                  </a:lnTo>
                  <a:lnTo>
                    <a:pt x="12975" y="459798"/>
                  </a:lnTo>
                  <a:lnTo>
                    <a:pt x="3315" y="412525"/>
                  </a:lnTo>
                  <a:lnTo>
                    <a:pt x="0" y="363236"/>
                  </a:lnTo>
                  <a:lnTo>
                    <a:pt x="3315" y="313947"/>
                  </a:lnTo>
                  <a:lnTo>
                    <a:pt x="12975" y="266673"/>
                  </a:lnTo>
                  <a:lnTo>
                    <a:pt x="28544" y="221848"/>
                  </a:lnTo>
                  <a:lnTo>
                    <a:pt x="49592" y="179903"/>
                  </a:lnTo>
                  <a:lnTo>
                    <a:pt x="75684" y="141273"/>
                  </a:lnTo>
                  <a:lnTo>
                    <a:pt x="106389" y="106389"/>
                  </a:lnTo>
                  <a:lnTo>
                    <a:pt x="141273" y="75684"/>
                  </a:lnTo>
                  <a:lnTo>
                    <a:pt x="179903" y="49592"/>
                  </a:lnTo>
                  <a:lnTo>
                    <a:pt x="221848" y="28544"/>
                  </a:lnTo>
                  <a:lnTo>
                    <a:pt x="266673" y="12975"/>
                  </a:lnTo>
                  <a:lnTo>
                    <a:pt x="313947" y="3315"/>
                  </a:lnTo>
                  <a:lnTo>
                    <a:pt x="363236" y="0"/>
                  </a:lnTo>
                  <a:lnTo>
                    <a:pt x="5387159" y="0"/>
                  </a:lnTo>
                  <a:lnTo>
                    <a:pt x="5436448" y="3315"/>
                  </a:lnTo>
                  <a:lnTo>
                    <a:pt x="5483721" y="12975"/>
                  </a:lnTo>
                  <a:lnTo>
                    <a:pt x="5528547" y="28544"/>
                  </a:lnTo>
                  <a:lnTo>
                    <a:pt x="5570491" y="49592"/>
                  </a:lnTo>
                  <a:lnTo>
                    <a:pt x="5609122" y="75684"/>
                  </a:lnTo>
                  <a:lnTo>
                    <a:pt x="5644006" y="106389"/>
                  </a:lnTo>
                  <a:lnTo>
                    <a:pt x="5674710" y="141273"/>
                  </a:lnTo>
                  <a:lnTo>
                    <a:pt x="5700803" y="179903"/>
                  </a:lnTo>
                  <a:lnTo>
                    <a:pt x="5721850" y="221848"/>
                  </a:lnTo>
                  <a:lnTo>
                    <a:pt x="5737420" y="266673"/>
                  </a:lnTo>
                  <a:lnTo>
                    <a:pt x="5747079" y="313947"/>
                  </a:lnTo>
                  <a:lnTo>
                    <a:pt x="5750395" y="363236"/>
                  </a:lnTo>
                  <a:lnTo>
                    <a:pt x="5747079" y="412525"/>
                  </a:lnTo>
                  <a:lnTo>
                    <a:pt x="5737420" y="459798"/>
                  </a:lnTo>
                  <a:lnTo>
                    <a:pt x="5721850" y="504623"/>
                  </a:lnTo>
                  <a:lnTo>
                    <a:pt x="5700803" y="546568"/>
                  </a:lnTo>
                  <a:lnTo>
                    <a:pt x="5674710" y="585198"/>
                  </a:lnTo>
                  <a:lnTo>
                    <a:pt x="5644006" y="620082"/>
                  </a:lnTo>
                  <a:lnTo>
                    <a:pt x="5609122" y="650787"/>
                  </a:lnTo>
                  <a:lnTo>
                    <a:pt x="5570491" y="676879"/>
                  </a:lnTo>
                  <a:lnTo>
                    <a:pt x="5528547" y="697927"/>
                  </a:lnTo>
                  <a:lnTo>
                    <a:pt x="5483721" y="713496"/>
                  </a:lnTo>
                  <a:lnTo>
                    <a:pt x="5436448" y="723156"/>
                  </a:lnTo>
                  <a:lnTo>
                    <a:pt x="5387159" y="7264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7163" y="4886723"/>
              <a:ext cx="5495924" cy="5143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7106" y="3587943"/>
            <a:ext cx="5364480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spc="-220" dirty="0">
                <a:solidFill>
                  <a:srgbClr val="A69EF1"/>
                </a:solidFill>
                <a:latin typeface="Arial"/>
                <a:cs typeface="Arial"/>
              </a:rPr>
              <a:t>SELECT</a:t>
            </a:r>
            <a:r>
              <a:rPr sz="3200" b="1" spc="-1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150" dirty="0">
                <a:solidFill>
                  <a:srgbClr val="A69EF1"/>
                </a:solidFill>
                <a:latin typeface="Arial"/>
                <a:cs typeface="Arial"/>
              </a:rPr>
              <a:t>*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100" dirty="0">
                <a:solidFill>
                  <a:srgbClr val="A69EF1"/>
                </a:solidFill>
                <a:latin typeface="Arial"/>
                <a:cs typeface="Arial"/>
              </a:rPr>
              <a:t>FROM</a:t>
            </a:r>
            <a:r>
              <a:rPr sz="3200" b="1" spc="-1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table_name;</a:t>
            </a:r>
            <a:endParaRPr sz="32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106" y="2024221"/>
            <a:ext cx="42818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20" dirty="0">
                <a:solidFill>
                  <a:srgbClr val="17D9FF"/>
                </a:solidFill>
                <a:latin typeface="Arial"/>
                <a:cs typeface="Arial"/>
              </a:rPr>
              <a:t>Select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17D9FF"/>
                </a:solidFill>
                <a:latin typeface="Arial"/>
                <a:cs typeface="Arial"/>
              </a:rPr>
              <a:t>&amp;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View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254" dirty="0">
                <a:solidFill>
                  <a:srgbClr val="17D9FF"/>
                </a:solidFill>
                <a:latin typeface="Arial"/>
                <a:cs typeface="Arial"/>
              </a:rPr>
              <a:t>ALL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17D9FF"/>
                </a:solidFill>
                <a:latin typeface="Arial"/>
                <a:cs typeface="Arial"/>
              </a:rPr>
              <a:t>columns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Table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u="heavy" spc="-20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Queries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700" y="6571428"/>
            <a:ext cx="4900930" cy="3102610"/>
            <a:chOff x="1028700" y="6571428"/>
            <a:chExt cx="4900930" cy="3102610"/>
          </a:xfrm>
        </p:grpSpPr>
        <p:sp>
          <p:nvSpPr>
            <p:cNvPr id="4" name="object 4"/>
            <p:cNvSpPr/>
            <p:nvPr/>
          </p:nvSpPr>
          <p:spPr>
            <a:xfrm>
              <a:off x="1028700" y="6571428"/>
              <a:ext cx="4900930" cy="3102610"/>
            </a:xfrm>
            <a:custGeom>
              <a:avLst/>
              <a:gdLst/>
              <a:ahLst/>
              <a:cxnLst/>
              <a:rect l="l" t="t" r="r" b="b"/>
              <a:pathLst>
                <a:path w="4900930" h="3102609">
                  <a:moveTo>
                    <a:pt x="4414801" y="3102399"/>
                  </a:moveTo>
                  <a:lnTo>
                    <a:pt x="485775" y="3102399"/>
                  </a:lnTo>
                  <a:lnTo>
                    <a:pt x="438991" y="3100175"/>
                  </a:lnTo>
                  <a:lnTo>
                    <a:pt x="393466" y="3093640"/>
                  </a:lnTo>
                  <a:lnTo>
                    <a:pt x="349403" y="3082996"/>
                  </a:lnTo>
                  <a:lnTo>
                    <a:pt x="307004" y="3068448"/>
                  </a:lnTo>
                  <a:lnTo>
                    <a:pt x="266475" y="3050198"/>
                  </a:lnTo>
                  <a:lnTo>
                    <a:pt x="228018" y="3028451"/>
                  </a:lnTo>
                  <a:lnTo>
                    <a:pt x="191838" y="3003411"/>
                  </a:lnTo>
                  <a:lnTo>
                    <a:pt x="158137" y="2975279"/>
                  </a:lnTo>
                  <a:lnTo>
                    <a:pt x="127119" y="2944262"/>
                  </a:lnTo>
                  <a:lnTo>
                    <a:pt x="98988" y="2910561"/>
                  </a:lnTo>
                  <a:lnTo>
                    <a:pt x="73947" y="2874380"/>
                  </a:lnTo>
                  <a:lnTo>
                    <a:pt x="52200" y="2835923"/>
                  </a:lnTo>
                  <a:lnTo>
                    <a:pt x="33951" y="2795394"/>
                  </a:lnTo>
                  <a:lnTo>
                    <a:pt x="19402" y="2752996"/>
                  </a:lnTo>
                  <a:lnTo>
                    <a:pt x="8759" y="2708932"/>
                  </a:lnTo>
                  <a:lnTo>
                    <a:pt x="2223" y="2663407"/>
                  </a:lnTo>
                  <a:lnTo>
                    <a:pt x="0" y="2616624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2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3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5" y="0"/>
                  </a:lnTo>
                  <a:lnTo>
                    <a:pt x="4414801" y="0"/>
                  </a:lnTo>
                  <a:lnTo>
                    <a:pt x="4461584" y="2223"/>
                  </a:lnTo>
                  <a:lnTo>
                    <a:pt x="4507110" y="8759"/>
                  </a:lnTo>
                  <a:lnTo>
                    <a:pt x="4551173" y="19402"/>
                  </a:lnTo>
                  <a:lnTo>
                    <a:pt x="4593571" y="33951"/>
                  </a:lnTo>
                  <a:lnTo>
                    <a:pt x="4634100" y="52200"/>
                  </a:lnTo>
                  <a:lnTo>
                    <a:pt x="4672557" y="73947"/>
                  </a:lnTo>
                  <a:lnTo>
                    <a:pt x="4708738" y="98988"/>
                  </a:lnTo>
                  <a:lnTo>
                    <a:pt x="4742439" y="127119"/>
                  </a:lnTo>
                  <a:lnTo>
                    <a:pt x="4773457" y="158137"/>
                  </a:lnTo>
                  <a:lnTo>
                    <a:pt x="4801588" y="191838"/>
                  </a:lnTo>
                  <a:lnTo>
                    <a:pt x="4826629" y="228018"/>
                  </a:lnTo>
                  <a:lnTo>
                    <a:pt x="4848375" y="266475"/>
                  </a:lnTo>
                  <a:lnTo>
                    <a:pt x="4866625" y="307004"/>
                  </a:lnTo>
                  <a:lnTo>
                    <a:pt x="4881173" y="349402"/>
                  </a:lnTo>
                  <a:lnTo>
                    <a:pt x="4891817" y="393466"/>
                  </a:lnTo>
                  <a:lnTo>
                    <a:pt x="4898352" y="438991"/>
                  </a:lnTo>
                  <a:lnTo>
                    <a:pt x="4900576" y="485774"/>
                  </a:lnTo>
                  <a:lnTo>
                    <a:pt x="4900576" y="2616624"/>
                  </a:lnTo>
                  <a:lnTo>
                    <a:pt x="4898352" y="2663407"/>
                  </a:lnTo>
                  <a:lnTo>
                    <a:pt x="4891817" y="2708932"/>
                  </a:lnTo>
                  <a:lnTo>
                    <a:pt x="4881173" y="2752996"/>
                  </a:lnTo>
                  <a:lnTo>
                    <a:pt x="4866625" y="2795394"/>
                  </a:lnTo>
                  <a:lnTo>
                    <a:pt x="4848375" y="2835923"/>
                  </a:lnTo>
                  <a:lnTo>
                    <a:pt x="4826629" y="2874380"/>
                  </a:lnTo>
                  <a:lnTo>
                    <a:pt x="4801588" y="2910561"/>
                  </a:lnTo>
                  <a:lnTo>
                    <a:pt x="4773457" y="2944262"/>
                  </a:lnTo>
                  <a:lnTo>
                    <a:pt x="4742439" y="2975279"/>
                  </a:lnTo>
                  <a:lnTo>
                    <a:pt x="4708738" y="3003411"/>
                  </a:lnTo>
                  <a:lnTo>
                    <a:pt x="4672557" y="3028451"/>
                  </a:lnTo>
                  <a:lnTo>
                    <a:pt x="4634100" y="3050198"/>
                  </a:lnTo>
                  <a:lnTo>
                    <a:pt x="4593571" y="3068448"/>
                  </a:lnTo>
                  <a:lnTo>
                    <a:pt x="4551173" y="3082996"/>
                  </a:lnTo>
                  <a:lnTo>
                    <a:pt x="4507110" y="3093640"/>
                  </a:lnTo>
                  <a:lnTo>
                    <a:pt x="4461584" y="3100175"/>
                  </a:lnTo>
                  <a:lnTo>
                    <a:pt x="4414801" y="31023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5297" y="6831791"/>
              <a:ext cx="4410074" cy="25812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7106" y="2024226"/>
            <a:ext cx="4679315" cy="34817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17D9FF"/>
                </a:solidFill>
                <a:latin typeface="Arial"/>
                <a:cs typeface="Arial"/>
              </a:rPr>
              <a:t>Insert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15199"/>
              </a:lnSpc>
              <a:spcBef>
                <a:spcPts val="1730"/>
              </a:spcBef>
            </a:pPr>
            <a:r>
              <a:rPr sz="3200" b="1" spc="-170" dirty="0">
                <a:solidFill>
                  <a:srgbClr val="A69EF1"/>
                </a:solidFill>
                <a:latin typeface="Arial"/>
                <a:cs typeface="Arial"/>
              </a:rPr>
              <a:t>INSERT</a:t>
            </a:r>
            <a:r>
              <a:rPr sz="3200" b="1" spc="-5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50" dirty="0">
                <a:solidFill>
                  <a:srgbClr val="A69EF1"/>
                </a:solidFill>
                <a:latin typeface="Arial"/>
                <a:cs typeface="Arial"/>
              </a:rPr>
              <a:t>INTO</a:t>
            </a:r>
            <a:r>
              <a:rPr sz="3200" b="1" spc="-15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 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(colname1,</a:t>
            </a:r>
            <a:r>
              <a:rPr sz="3200" i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colname2); </a:t>
            </a:r>
            <a:r>
              <a:rPr sz="3200" b="1" spc="-60" dirty="0">
                <a:solidFill>
                  <a:srgbClr val="A69EF1"/>
                </a:solidFill>
                <a:latin typeface="Arial"/>
                <a:cs typeface="Arial"/>
              </a:rPr>
              <a:t>VALUES</a:t>
            </a:r>
            <a:endParaRPr sz="3200">
              <a:latin typeface="Arial"/>
              <a:cs typeface="Arial"/>
            </a:endParaRPr>
          </a:p>
          <a:p>
            <a:pPr marL="12700" marR="1223010">
              <a:lnSpc>
                <a:spcPct val="115199"/>
              </a:lnSpc>
            </a:pP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(col1_v1,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 col2_v1),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(col1_v2,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 col2_v2);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0"/>
            <a:ext cx="11976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0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Keys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99739" y="1140529"/>
            <a:ext cx="666750" cy="616585"/>
            <a:chOff x="2299739" y="1140529"/>
            <a:chExt cx="666750" cy="616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7276" y="1218600"/>
              <a:ext cx="189212" cy="1884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99728" y="1140535"/>
              <a:ext cx="619125" cy="616585"/>
            </a:xfrm>
            <a:custGeom>
              <a:avLst/>
              <a:gdLst/>
              <a:ahLst/>
              <a:cxnLst/>
              <a:rect l="l" t="t" r="r" b="b"/>
              <a:pathLst>
                <a:path w="619125" h="616585">
                  <a:moveTo>
                    <a:pt x="297332" y="468426"/>
                  </a:moveTo>
                  <a:lnTo>
                    <a:pt x="289750" y="421665"/>
                  </a:lnTo>
                  <a:lnTo>
                    <a:pt x="268617" y="381025"/>
                  </a:lnTo>
                  <a:lnTo>
                    <a:pt x="243281" y="355790"/>
                  </a:lnTo>
                  <a:lnTo>
                    <a:pt x="243281" y="468426"/>
                  </a:lnTo>
                  <a:lnTo>
                    <a:pt x="235839" y="505104"/>
                  </a:lnTo>
                  <a:lnTo>
                    <a:pt x="215569" y="535051"/>
                  </a:lnTo>
                  <a:lnTo>
                    <a:pt x="185496" y="555244"/>
                  </a:lnTo>
                  <a:lnTo>
                    <a:pt x="148666" y="562648"/>
                  </a:lnTo>
                  <a:lnTo>
                    <a:pt x="111836" y="555244"/>
                  </a:lnTo>
                  <a:lnTo>
                    <a:pt x="81775" y="535051"/>
                  </a:lnTo>
                  <a:lnTo>
                    <a:pt x="61493" y="505104"/>
                  </a:lnTo>
                  <a:lnTo>
                    <a:pt x="54063" y="468426"/>
                  </a:lnTo>
                  <a:lnTo>
                    <a:pt x="61493" y="431736"/>
                  </a:lnTo>
                  <a:lnTo>
                    <a:pt x="81775" y="401789"/>
                  </a:lnTo>
                  <a:lnTo>
                    <a:pt x="111836" y="381596"/>
                  </a:lnTo>
                  <a:lnTo>
                    <a:pt x="148666" y="374192"/>
                  </a:lnTo>
                  <a:lnTo>
                    <a:pt x="185496" y="381596"/>
                  </a:lnTo>
                  <a:lnTo>
                    <a:pt x="215569" y="401789"/>
                  </a:lnTo>
                  <a:lnTo>
                    <a:pt x="235839" y="431736"/>
                  </a:lnTo>
                  <a:lnTo>
                    <a:pt x="243281" y="468426"/>
                  </a:lnTo>
                  <a:lnTo>
                    <a:pt x="243281" y="355790"/>
                  </a:lnTo>
                  <a:lnTo>
                    <a:pt x="236423" y="348957"/>
                  </a:lnTo>
                  <a:lnTo>
                    <a:pt x="195618" y="327914"/>
                  </a:lnTo>
                  <a:lnTo>
                    <a:pt x="148666" y="320357"/>
                  </a:lnTo>
                  <a:lnTo>
                    <a:pt x="101727" y="327914"/>
                  </a:lnTo>
                  <a:lnTo>
                    <a:pt x="60921" y="348957"/>
                  </a:lnTo>
                  <a:lnTo>
                    <a:pt x="28727" y="381025"/>
                  </a:lnTo>
                  <a:lnTo>
                    <a:pt x="7594" y="421665"/>
                  </a:lnTo>
                  <a:lnTo>
                    <a:pt x="0" y="468426"/>
                  </a:lnTo>
                  <a:lnTo>
                    <a:pt x="7594" y="515175"/>
                  </a:lnTo>
                  <a:lnTo>
                    <a:pt x="28727" y="555815"/>
                  </a:lnTo>
                  <a:lnTo>
                    <a:pt x="60921" y="587883"/>
                  </a:lnTo>
                  <a:lnTo>
                    <a:pt x="101727" y="608926"/>
                  </a:lnTo>
                  <a:lnTo>
                    <a:pt x="148666" y="616483"/>
                  </a:lnTo>
                  <a:lnTo>
                    <a:pt x="195618" y="608926"/>
                  </a:lnTo>
                  <a:lnTo>
                    <a:pt x="236423" y="587883"/>
                  </a:lnTo>
                  <a:lnTo>
                    <a:pt x="268617" y="555815"/>
                  </a:lnTo>
                  <a:lnTo>
                    <a:pt x="289750" y="515175"/>
                  </a:lnTo>
                  <a:lnTo>
                    <a:pt x="297332" y="468426"/>
                  </a:lnTo>
                  <a:close/>
                </a:path>
                <a:path w="619125" h="616585">
                  <a:moveTo>
                    <a:pt x="618998" y="39484"/>
                  </a:moveTo>
                  <a:lnTo>
                    <a:pt x="582955" y="3594"/>
                  </a:lnTo>
                  <a:lnTo>
                    <a:pt x="579361" y="0"/>
                  </a:lnTo>
                  <a:lnTo>
                    <a:pt x="573951" y="0"/>
                  </a:lnTo>
                  <a:lnTo>
                    <a:pt x="247777" y="324840"/>
                  </a:lnTo>
                  <a:lnTo>
                    <a:pt x="292836" y="369709"/>
                  </a:lnTo>
                  <a:lnTo>
                    <a:pt x="618998" y="44869"/>
                  </a:lnTo>
                  <a:lnTo>
                    <a:pt x="618998" y="39484"/>
                  </a:lnTo>
                  <a:close/>
                </a:path>
              </a:pathLst>
            </a:custGeom>
            <a:solidFill>
              <a:srgbClr val="FFC1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5757" y="1433741"/>
              <a:ext cx="108572" cy="108131"/>
            </a:xfrm>
            <a:prstGeom prst="rect">
              <a:avLst/>
            </a:prstGeom>
          </p:spPr>
        </p:pic>
      </p:grpSp>
      <p:sp>
        <p:nvSpPr>
          <p:cNvPr id="7" name="object 7"/>
          <p:cNvSpPr txBox="1"/>
          <p:nvPr/>
        </p:nvSpPr>
        <p:spPr>
          <a:xfrm>
            <a:off x="1027106" y="2024222"/>
            <a:ext cx="13686790" cy="18776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10" dirty="0">
                <a:solidFill>
                  <a:srgbClr val="17D9FF"/>
                </a:solidFill>
                <a:latin typeface="Arial"/>
                <a:cs typeface="Arial"/>
              </a:rPr>
              <a:t>Primary</a:t>
            </a:r>
            <a:r>
              <a:rPr sz="2800" b="1" spc="-6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7D9FF"/>
                </a:solidFill>
                <a:latin typeface="Arial"/>
                <a:cs typeface="Arial"/>
              </a:rPr>
              <a:t>Key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65400"/>
              </a:lnSpc>
              <a:spcBef>
                <a:spcPts val="105"/>
              </a:spcBef>
            </a:pPr>
            <a:r>
              <a:rPr sz="2800" spc="7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800" spc="-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column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(or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columns)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uniquely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identifies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each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row.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80" dirty="0">
                <a:solidFill>
                  <a:srgbClr val="FFFFFF"/>
                </a:solidFill>
                <a:latin typeface="Arial MT"/>
                <a:cs typeface="Arial MT"/>
              </a:rPr>
              <a:t>(a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unique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id) 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There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1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PK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8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should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null.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6000" y="7759467"/>
            <a:ext cx="5742940" cy="452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80"/>
              </a:lnSpc>
            </a:pP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FKs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2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duplicate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null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values.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446" y="5594259"/>
            <a:ext cx="15580994" cy="18719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>
              <a:lnSpc>
                <a:spcPct val="100000"/>
              </a:lnSpc>
              <a:spcBef>
                <a:spcPts val="100"/>
              </a:spcBef>
            </a:pPr>
            <a:r>
              <a:rPr sz="2800" b="1" spc="-120" dirty="0">
                <a:solidFill>
                  <a:srgbClr val="17D9FF"/>
                </a:solidFill>
                <a:latin typeface="Arial"/>
                <a:cs typeface="Arial"/>
              </a:rPr>
              <a:t>Foreign</a:t>
            </a:r>
            <a:r>
              <a:rPr sz="2800" b="1" spc="-7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7D9FF"/>
                </a:solidFill>
                <a:latin typeface="Arial"/>
                <a:cs typeface="Arial"/>
              </a:rPr>
              <a:t>Key</a:t>
            </a:r>
            <a:endParaRPr sz="2800">
              <a:latin typeface="Arial"/>
              <a:cs typeface="Arial"/>
            </a:endParaRPr>
          </a:p>
          <a:p>
            <a:pPr marL="22860" marR="5080" indent="-10795">
              <a:lnSpc>
                <a:spcPct val="159700"/>
              </a:lnSpc>
              <a:spcBef>
                <a:spcPts val="445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foreign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column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(or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50" dirty="0">
                <a:solidFill>
                  <a:srgbClr val="FFFFFF"/>
                </a:solidFill>
                <a:latin typeface="Arial MT"/>
                <a:cs typeface="Arial MT"/>
              </a:rPr>
              <a:t>set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columns)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refers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another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table. 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There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be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multiple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FKs.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11976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0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Keys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299739" y="1140530"/>
            <a:ext cx="666750" cy="616585"/>
            <a:chOff x="2299739" y="1140530"/>
            <a:chExt cx="666750" cy="61658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77276" y="1218600"/>
              <a:ext cx="189212" cy="18844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299728" y="1140535"/>
              <a:ext cx="619125" cy="616585"/>
            </a:xfrm>
            <a:custGeom>
              <a:avLst/>
              <a:gdLst/>
              <a:ahLst/>
              <a:cxnLst/>
              <a:rect l="l" t="t" r="r" b="b"/>
              <a:pathLst>
                <a:path w="619125" h="616585">
                  <a:moveTo>
                    <a:pt x="297332" y="468426"/>
                  </a:moveTo>
                  <a:lnTo>
                    <a:pt x="289750" y="421665"/>
                  </a:lnTo>
                  <a:lnTo>
                    <a:pt x="268617" y="381025"/>
                  </a:lnTo>
                  <a:lnTo>
                    <a:pt x="243281" y="355790"/>
                  </a:lnTo>
                  <a:lnTo>
                    <a:pt x="243281" y="468426"/>
                  </a:lnTo>
                  <a:lnTo>
                    <a:pt x="235839" y="505104"/>
                  </a:lnTo>
                  <a:lnTo>
                    <a:pt x="215569" y="535051"/>
                  </a:lnTo>
                  <a:lnTo>
                    <a:pt x="185496" y="555244"/>
                  </a:lnTo>
                  <a:lnTo>
                    <a:pt x="148666" y="562648"/>
                  </a:lnTo>
                  <a:lnTo>
                    <a:pt x="111836" y="555244"/>
                  </a:lnTo>
                  <a:lnTo>
                    <a:pt x="81775" y="535051"/>
                  </a:lnTo>
                  <a:lnTo>
                    <a:pt x="61493" y="505104"/>
                  </a:lnTo>
                  <a:lnTo>
                    <a:pt x="54063" y="468426"/>
                  </a:lnTo>
                  <a:lnTo>
                    <a:pt x="61493" y="431736"/>
                  </a:lnTo>
                  <a:lnTo>
                    <a:pt x="81775" y="401789"/>
                  </a:lnTo>
                  <a:lnTo>
                    <a:pt x="111836" y="381596"/>
                  </a:lnTo>
                  <a:lnTo>
                    <a:pt x="148666" y="374192"/>
                  </a:lnTo>
                  <a:lnTo>
                    <a:pt x="185496" y="381596"/>
                  </a:lnTo>
                  <a:lnTo>
                    <a:pt x="215569" y="401789"/>
                  </a:lnTo>
                  <a:lnTo>
                    <a:pt x="235839" y="431736"/>
                  </a:lnTo>
                  <a:lnTo>
                    <a:pt x="243281" y="468426"/>
                  </a:lnTo>
                  <a:lnTo>
                    <a:pt x="243281" y="355790"/>
                  </a:lnTo>
                  <a:lnTo>
                    <a:pt x="236423" y="348957"/>
                  </a:lnTo>
                  <a:lnTo>
                    <a:pt x="195618" y="327914"/>
                  </a:lnTo>
                  <a:lnTo>
                    <a:pt x="148666" y="320357"/>
                  </a:lnTo>
                  <a:lnTo>
                    <a:pt x="101727" y="327914"/>
                  </a:lnTo>
                  <a:lnTo>
                    <a:pt x="60921" y="348957"/>
                  </a:lnTo>
                  <a:lnTo>
                    <a:pt x="28727" y="381025"/>
                  </a:lnTo>
                  <a:lnTo>
                    <a:pt x="7594" y="421665"/>
                  </a:lnTo>
                  <a:lnTo>
                    <a:pt x="0" y="468426"/>
                  </a:lnTo>
                  <a:lnTo>
                    <a:pt x="7594" y="515175"/>
                  </a:lnTo>
                  <a:lnTo>
                    <a:pt x="28727" y="555815"/>
                  </a:lnTo>
                  <a:lnTo>
                    <a:pt x="60921" y="587883"/>
                  </a:lnTo>
                  <a:lnTo>
                    <a:pt x="101727" y="608926"/>
                  </a:lnTo>
                  <a:lnTo>
                    <a:pt x="148666" y="616483"/>
                  </a:lnTo>
                  <a:lnTo>
                    <a:pt x="195618" y="608926"/>
                  </a:lnTo>
                  <a:lnTo>
                    <a:pt x="236423" y="587883"/>
                  </a:lnTo>
                  <a:lnTo>
                    <a:pt x="268617" y="555815"/>
                  </a:lnTo>
                  <a:lnTo>
                    <a:pt x="289750" y="515175"/>
                  </a:lnTo>
                  <a:lnTo>
                    <a:pt x="297332" y="468426"/>
                  </a:lnTo>
                  <a:close/>
                </a:path>
                <a:path w="619125" h="616585">
                  <a:moveTo>
                    <a:pt x="618998" y="39484"/>
                  </a:moveTo>
                  <a:lnTo>
                    <a:pt x="582955" y="3594"/>
                  </a:lnTo>
                  <a:lnTo>
                    <a:pt x="579361" y="0"/>
                  </a:lnTo>
                  <a:lnTo>
                    <a:pt x="573951" y="0"/>
                  </a:lnTo>
                  <a:lnTo>
                    <a:pt x="247777" y="324840"/>
                  </a:lnTo>
                  <a:lnTo>
                    <a:pt x="292836" y="369709"/>
                  </a:lnTo>
                  <a:lnTo>
                    <a:pt x="618998" y="44869"/>
                  </a:lnTo>
                  <a:lnTo>
                    <a:pt x="618998" y="39484"/>
                  </a:lnTo>
                  <a:close/>
                </a:path>
              </a:pathLst>
            </a:custGeom>
            <a:solidFill>
              <a:srgbClr val="FFC10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15757" y="1433741"/>
              <a:ext cx="108572" cy="108131"/>
            </a:xfrm>
            <a:prstGeom prst="rect">
              <a:avLst/>
            </a:prstGeom>
          </p:spPr>
        </p:pic>
      </p:grpSp>
      <p:grpSp>
        <p:nvGrpSpPr>
          <p:cNvPr id="7" name="object 7"/>
          <p:cNvGrpSpPr/>
          <p:nvPr/>
        </p:nvGrpSpPr>
        <p:grpSpPr>
          <a:xfrm>
            <a:off x="854552" y="2902305"/>
            <a:ext cx="5793105" cy="3189605"/>
            <a:chOff x="854552" y="2902305"/>
            <a:chExt cx="5793105" cy="3189605"/>
          </a:xfrm>
        </p:grpSpPr>
        <p:sp>
          <p:nvSpPr>
            <p:cNvPr id="8" name="object 8"/>
            <p:cNvSpPr/>
            <p:nvPr/>
          </p:nvSpPr>
          <p:spPr>
            <a:xfrm>
              <a:off x="854552" y="2902305"/>
              <a:ext cx="5793105" cy="3189605"/>
            </a:xfrm>
            <a:custGeom>
              <a:avLst/>
              <a:gdLst/>
              <a:ahLst/>
              <a:cxnLst/>
              <a:rect l="l" t="t" r="r" b="b"/>
              <a:pathLst>
                <a:path w="5793105" h="3189604">
                  <a:moveTo>
                    <a:pt x="5307306" y="3189473"/>
                  </a:moveTo>
                  <a:lnTo>
                    <a:pt x="485775" y="3189473"/>
                  </a:lnTo>
                  <a:lnTo>
                    <a:pt x="438991" y="3187249"/>
                  </a:lnTo>
                  <a:lnTo>
                    <a:pt x="393466" y="3180713"/>
                  </a:lnTo>
                  <a:lnTo>
                    <a:pt x="349403" y="3170070"/>
                  </a:lnTo>
                  <a:lnTo>
                    <a:pt x="307004" y="3155521"/>
                  </a:lnTo>
                  <a:lnTo>
                    <a:pt x="266475" y="3137272"/>
                  </a:lnTo>
                  <a:lnTo>
                    <a:pt x="228018" y="3115525"/>
                  </a:lnTo>
                  <a:lnTo>
                    <a:pt x="191838" y="3090484"/>
                  </a:lnTo>
                  <a:lnTo>
                    <a:pt x="158137" y="3062353"/>
                  </a:lnTo>
                  <a:lnTo>
                    <a:pt x="127119" y="3031335"/>
                  </a:lnTo>
                  <a:lnTo>
                    <a:pt x="98988" y="2997634"/>
                  </a:lnTo>
                  <a:lnTo>
                    <a:pt x="73947" y="2961453"/>
                  </a:lnTo>
                  <a:lnTo>
                    <a:pt x="52200" y="2922997"/>
                  </a:lnTo>
                  <a:lnTo>
                    <a:pt x="33951" y="2882468"/>
                  </a:lnTo>
                  <a:lnTo>
                    <a:pt x="19402" y="2840069"/>
                  </a:lnTo>
                  <a:lnTo>
                    <a:pt x="8759" y="2796006"/>
                  </a:lnTo>
                  <a:lnTo>
                    <a:pt x="2223" y="2750481"/>
                  </a:lnTo>
                  <a:lnTo>
                    <a:pt x="0" y="2703698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3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3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5" y="0"/>
                  </a:lnTo>
                  <a:lnTo>
                    <a:pt x="5307306" y="0"/>
                  </a:lnTo>
                  <a:lnTo>
                    <a:pt x="5354089" y="2223"/>
                  </a:lnTo>
                  <a:lnTo>
                    <a:pt x="5399614" y="8759"/>
                  </a:lnTo>
                  <a:lnTo>
                    <a:pt x="5443677" y="19402"/>
                  </a:lnTo>
                  <a:lnTo>
                    <a:pt x="5486075" y="33951"/>
                  </a:lnTo>
                  <a:lnTo>
                    <a:pt x="5526605" y="52200"/>
                  </a:lnTo>
                  <a:lnTo>
                    <a:pt x="5565061" y="73947"/>
                  </a:lnTo>
                  <a:lnTo>
                    <a:pt x="5601242" y="98988"/>
                  </a:lnTo>
                  <a:lnTo>
                    <a:pt x="5634943" y="127119"/>
                  </a:lnTo>
                  <a:lnTo>
                    <a:pt x="5665961" y="158137"/>
                  </a:lnTo>
                  <a:lnTo>
                    <a:pt x="5694092" y="191838"/>
                  </a:lnTo>
                  <a:lnTo>
                    <a:pt x="5719133" y="228018"/>
                  </a:lnTo>
                  <a:lnTo>
                    <a:pt x="5740880" y="266475"/>
                  </a:lnTo>
                  <a:lnTo>
                    <a:pt x="5759129" y="307004"/>
                  </a:lnTo>
                  <a:lnTo>
                    <a:pt x="5773678" y="349403"/>
                  </a:lnTo>
                  <a:lnTo>
                    <a:pt x="5784321" y="393466"/>
                  </a:lnTo>
                  <a:lnTo>
                    <a:pt x="5790857" y="438991"/>
                  </a:lnTo>
                  <a:lnTo>
                    <a:pt x="5793081" y="485774"/>
                  </a:lnTo>
                  <a:lnTo>
                    <a:pt x="5793081" y="2703698"/>
                  </a:lnTo>
                  <a:lnTo>
                    <a:pt x="5790857" y="2750481"/>
                  </a:lnTo>
                  <a:lnTo>
                    <a:pt x="5784321" y="2796006"/>
                  </a:lnTo>
                  <a:lnTo>
                    <a:pt x="5773678" y="2840069"/>
                  </a:lnTo>
                  <a:lnTo>
                    <a:pt x="5759129" y="2882468"/>
                  </a:lnTo>
                  <a:lnTo>
                    <a:pt x="5740880" y="2922997"/>
                  </a:lnTo>
                  <a:lnTo>
                    <a:pt x="5719133" y="2961453"/>
                  </a:lnTo>
                  <a:lnTo>
                    <a:pt x="5694092" y="2997634"/>
                  </a:lnTo>
                  <a:lnTo>
                    <a:pt x="5665961" y="3031335"/>
                  </a:lnTo>
                  <a:lnTo>
                    <a:pt x="5634943" y="3062353"/>
                  </a:lnTo>
                  <a:lnTo>
                    <a:pt x="5601242" y="3090484"/>
                  </a:lnTo>
                  <a:lnTo>
                    <a:pt x="5565061" y="3115525"/>
                  </a:lnTo>
                  <a:lnTo>
                    <a:pt x="5526605" y="3137272"/>
                  </a:lnTo>
                  <a:lnTo>
                    <a:pt x="5486075" y="3155521"/>
                  </a:lnTo>
                  <a:lnTo>
                    <a:pt x="5443677" y="3170070"/>
                  </a:lnTo>
                  <a:lnTo>
                    <a:pt x="5399614" y="3180713"/>
                  </a:lnTo>
                  <a:lnTo>
                    <a:pt x="5354089" y="3187249"/>
                  </a:lnTo>
                  <a:lnTo>
                    <a:pt x="5307306" y="3189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28700" y="3034039"/>
              <a:ext cx="5467349" cy="2867024"/>
            </a:xfrm>
            <a:prstGeom prst="rect">
              <a:avLst/>
            </a:prstGeom>
          </p:spPr>
        </p:pic>
      </p:grpSp>
      <p:grpSp>
        <p:nvGrpSpPr>
          <p:cNvPr id="10" name="object 10"/>
          <p:cNvGrpSpPr/>
          <p:nvPr/>
        </p:nvGrpSpPr>
        <p:grpSpPr>
          <a:xfrm>
            <a:off x="7559238" y="2902305"/>
            <a:ext cx="4443730" cy="3189605"/>
            <a:chOff x="7559238" y="2902305"/>
            <a:chExt cx="4443730" cy="3189605"/>
          </a:xfrm>
        </p:grpSpPr>
        <p:sp>
          <p:nvSpPr>
            <p:cNvPr id="11" name="object 11"/>
            <p:cNvSpPr/>
            <p:nvPr/>
          </p:nvSpPr>
          <p:spPr>
            <a:xfrm>
              <a:off x="7559238" y="2902305"/>
              <a:ext cx="4443730" cy="3189605"/>
            </a:xfrm>
            <a:custGeom>
              <a:avLst/>
              <a:gdLst/>
              <a:ahLst/>
              <a:cxnLst/>
              <a:rect l="l" t="t" r="r" b="b"/>
              <a:pathLst>
                <a:path w="4443730" h="3189604">
                  <a:moveTo>
                    <a:pt x="3957664" y="3189473"/>
                  </a:moveTo>
                  <a:lnTo>
                    <a:pt x="485774" y="3189473"/>
                  </a:lnTo>
                  <a:lnTo>
                    <a:pt x="438991" y="3187249"/>
                  </a:lnTo>
                  <a:lnTo>
                    <a:pt x="393466" y="3180713"/>
                  </a:lnTo>
                  <a:lnTo>
                    <a:pt x="349403" y="3170070"/>
                  </a:lnTo>
                  <a:lnTo>
                    <a:pt x="307004" y="3155521"/>
                  </a:lnTo>
                  <a:lnTo>
                    <a:pt x="266475" y="3137272"/>
                  </a:lnTo>
                  <a:lnTo>
                    <a:pt x="228019" y="3115525"/>
                  </a:lnTo>
                  <a:lnTo>
                    <a:pt x="191838" y="3090484"/>
                  </a:lnTo>
                  <a:lnTo>
                    <a:pt x="158137" y="3062353"/>
                  </a:lnTo>
                  <a:lnTo>
                    <a:pt x="127119" y="3031335"/>
                  </a:lnTo>
                  <a:lnTo>
                    <a:pt x="98988" y="2997634"/>
                  </a:lnTo>
                  <a:lnTo>
                    <a:pt x="73947" y="2961453"/>
                  </a:lnTo>
                  <a:lnTo>
                    <a:pt x="52200" y="2922997"/>
                  </a:lnTo>
                  <a:lnTo>
                    <a:pt x="33951" y="2882468"/>
                  </a:lnTo>
                  <a:lnTo>
                    <a:pt x="19402" y="2840069"/>
                  </a:lnTo>
                  <a:lnTo>
                    <a:pt x="8759" y="2796006"/>
                  </a:lnTo>
                  <a:lnTo>
                    <a:pt x="2223" y="2750481"/>
                  </a:lnTo>
                  <a:lnTo>
                    <a:pt x="0" y="2703698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3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9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3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3957664" y="0"/>
                  </a:lnTo>
                  <a:lnTo>
                    <a:pt x="4004448" y="2223"/>
                  </a:lnTo>
                  <a:lnTo>
                    <a:pt x="4049973" y="8759"/>
                  </a:lnTo>
                  <a:lnTo>
                    <a:pt x="4094036" y="19402"/>
                  </a:lnTo>
                  <a:lnTo>
                    <a:pt x="4136434" y="33951"/>
                  </a:lnTo>
                  <a:lnTo>
                    <a:pt x="4176964" y="52200"/>
                  </a:lnTo>
                  <a:lnTo>
                    <a:pt x="4215420" y="73947"/>
                  </a:lnTo>
                  <a:lnTo>
                    <a:pt x="4251601" y="98988"/>
                  </a:lnTo>
                  <a:lnTo>
                    <a:pt x="4285302" y="127119"/>
                  </a:lnTo>
                  <a:lnTo>
                    <a:pt x="4316320" y="158137"/>
                  </a:lnTo>
                  <a:lnTo>
                    <a:pt x="4344451" y="191838"/>
                  </a:lnTo>
                  <a:lnTo>
                    <a:pt x="4369492" y="228018"/>
                  </a:lnTo>
                  <a:lnTo>
                    <a:pt x="4391239" y="266475"/>
                  </a:lnTo>
                  <a:lnTo>
                    <a:pt x="4409488" y="307004"/>
                  </a:lnTo>
                  <a:lnTo>
                    <a:pt x="4424036" y="349403"/>
                  </a:lnTo>
                  <a:lnTo>
                    <a:pt x="4434680" y="393466"/>
                  </a:lnTo>
                  <a:lnTo>
                    <a:pt x="4441215" y="438991"/>
                  </a:lnTo>
                  <a:lnTo>
                    <a:pt x="4443439" y="485774"/>
                  </a:lnTo>
                  <a:lnTo>
                    <a:pt x="4443439" y="2703698"/>
                  </a:lnTo>
                  <a:lnTo>
                    <a:pt x="4441215" y="2750481"/>
                  </a:lnTo>
                  <a:lnTo>
                    <a:pt x="4434680" y="2796006"/>
                  </a:lnTo>
                  <a:lnTo>
                    <a:pt x="4424036" y="2840069"/>
                  </a:lnTo>
                  <a:lnTo>
                    <a:pt x="4409488" y="2882468"/>
                  </a:lnTo>
                  <a:lnTo>
                    <a:pt x="4391239" y="2922997"/>
                  </a:lnTo>
                  <a:lnTo>
                    <a:pt x="4369492" y="2961453"/>
                  </a:lnTo>
                  <a:lnTo>
                    <a:pt x="4344451" y="2997634"/>
                  </a:lnTo>
                  <a:lnTo>
                    <a:pt x="4316320" y="3031335"/>
                  </a:lnTo>
                  <a:lnTo>
                    <a:pt x="4285302" y="3062353"/>
                  </a:lnTo>
                  <a:lnTo>
                    <a:pt x="4251601" y="3090484"/>
                  </a:lnTo>
                  <a:lnTo>
                    <a:pt x="4215420" y="3115525"/>
                  </a:lnTo>
                  <a:lnTo>
                    <a:pt x="4176964" y="3137272"/>
                  </a:lnTo>
                  <a:lnTo>
                    <a:pt x="4136434" y="3155521"/>
                  </a:lnTo>
                  <a:lnTo>
                    <a:pt x="4094036" y="3170070"/>
                  </a:lnTo>
                  <a:lnTo>
                    <a:pt x="4049973" y="3180713"/>
                  </a:lnTo>
                  <a:lnTo>
                    <a:pt x="4004448" y="3187249"/>
                  </a:lnTo>
                  <a:lnTo>
                    <a:pt x="3957664" y="318947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7800108" y="3034039"/>
              <a:ext cx="4038599" cy="2867024"/>
            </a:xfrm>
            <a:prstGeom prst="rect">
              <a:avLst/>
            </a:prstGeom>
          </p:spPr>
        </p:pic>
      </p:grpSp>
      <p:sp>
        <p:nvSpPr>
          <p:cNvPr id="13" name="object 13"/>
          <p:cNvSpPr txBox="1"/>
          <p:nvPr/>
        </p:nvSpPr>
        <p:spPr>
          <a:xfrm>
            <a:off x="1027106" y="2285464"/>
            <a:ext cx="26085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table1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24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17D9FF"/>
                </a:solidFill>
                <a:latin typeface="Arial"/>
                <a:cs typeface="Arial"/>
              </a:rPr>
              <a:t>Student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787408" y="2285464"/>
            <a:ext cx="2007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table2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240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17D9FF"/>
                </a:solidFill>
                <a:latin typeface="Arial"/>
                <a:cs typeface="Arial"/>
              </a:rPr>
              <a:t>City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Constraints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9143999" y="2823138"/>
            <a:ext cx="4389755" cy="628015"/>
            <a:chOff x="9143999" y="2823138"/>
            <a:chExt cx="4389755" cy="628015"/>
          </a:xfrm>
        </p:grpSpPr>
        <p:sp>
          <p:nvSpPr>
            <p:cNvPr id="4" name="object 4"/>
            <p:cNvSpPr/>
            <p:nvPr/>
          </p:nvSpPr>
          <p:spPr>
            <a:xfrm>
              <a:off x="9143999" y="2823138"/>
              <a:ext cx="4389755" cy="628015"/>
            </a:xfrm>
            <a:custGeom>
              <a:avLst/>
              <a:gdLst/>
              <a:ahLst/>
              <a:cxnLst/>
              <a:rect l="l" t="t" r="r" b="b"/>
              <a:pathLst>
                <a:path w="4389755" h="628014">
                  <a:moveTo>
                    <a:pt x="4075699" y="627614"/>
                  </a:moveTo>
                  <a:lnTo>
                    <a:pt x="313807" y="627614"/>
                  </a:lnTo>
                  <a:lnTo>
                    <a:pt x="264420" y="623705"/>
                  </a:lnTo>
                  <a:lnTo>
                    <a:pt x="216694" y="612210"/>
                  </a:lnTo>
                  <a:lnTo>
                    <a:pt x="171472" y="593478"/>
                  </a:lnTo>
                  <a:lnTo>
                    <a:pt x="129597" y="567859"/>
                  </a:lnTo>
                  <a:lnTo>
                    <a:pt x="91911" y="535702"/>
                  </a:lnTo>
                  <a:lnTo>
                    <a:pt x="59754" y="498016"/>
                  </a:lnTo>
                  <a:lnTo>
                    <a:pt x="34135" y="456141"/>
                  </a:lnTo>
                  <a:lnTo>
                    <a:pt x="15404" y="410919"/>
                  </a:lnTo>
                  <a:lnTo>
                    <a:pt x="3909" y="363193"/>
                  </a:lnTo>
                  <a:lnTo>
                    <a:pt x="0" y="313807"/>
                  </a:lnTo>
                  <a:lnTo>
                    <a:pt x="3909" y="264420"/>
                  </a:lnTo>
                  <a:lnTo>
                    <a:pt x="15404" y="216695"/>
                  </a:lnTo>
                  <a:lnTo>
                    <a:pt x="34135" y="171473"/>
                  </a:lnTo>
                  <a:lnTo>
                    <a:pt x="59754" y="129597"/>
                  </a:lnTo>
                  <a:lnTo>
                    <a:pt x="91911" y="91911"/>
                  </a:lnTo>
                  <a:lnTo>
                    <a:pt x="129597" y="59754"/>
                  </a:lnTo>
                  <a:lnTo>
                    <a:pt x="171472" y="34135"/>
                  </a:lnTo>
                  <a:lnTo>
                    <a:pt x="216694" y="15404"/>
                  </a:lnTo>
                  <a:lnTo>
                    <a:pt x="264420" y="3909"/>
                  </a:lnTo>
                  <a:lnTo>
                    <a:pt x="313807" y="0"/>
                  </a:lnTo>
                  <a:lnTo>
                    <a:pt x="4075699" y="0"/>
                  </a:lnTo>
                  <a:lnTo>
                    <a:pt x="4125086" y="3909"/>
                  </a:lnTo>
                  <a:lnTo>
                    <a:pt x="4172811" y="15404"/>
                  </a:lnTo>
                  <a:lnTo>
                    <a:pt x="4218033" y="34135"/>
                  </a:lnTo>
                  <a:lnTo>
                    <a:pt x="4259908" y="59754"/>
                  </a:lnTo>
                  <a:lnTo>
                    <a:pt x="4297595" y="91911"/>
                  </a:lnTo>
                  <a:lnTo>
                    <a:pt x="4329752" y="129597"/>
                  </a:lnTo>
                  <a:lnTo>
                    <a:pt x="4355371" y="171473"/>
                  </a:lnTo>
                  <a:lnTo>
                    <a:pt x="4374102" y="216695"/>
                  </a:lnTo>
                  <a:lnTo>
                    <a:pt x="4385597" y="264420"/>
                  </a:lnTo>
                  <a:lnTo>
                    <a:pt x="4389506" y="313807"/>
                  </a:lnTo>
                  <a:lnTo>
                    <a:pt x="4385597" y="363193"/>
                  </a:lnTo>
                  <a:lnTo>
                    <a:pt x="4374102" y="410919"/>
                  </a:lnTo>
                  <a:lnTo>
                    <a:pt x="4355371" y="456141"/>
                  </a:lnTo>
                  <a:lnTo>
                    <a:pt x="4329752" y="498016"/>
                  </a:lnTo>
                  <a:lnTo>
                    <a:pt x="4297595" y="535702"/>
                  </a:lnTo>
                  <a:lnTo>
                    <a:pt x="4259908" y="567859"/>
                  </a:lnTo>
                  <a:lnTo>
                    <a:pt x="4218033" y="593478"/>
                  </a:lnTo>
                  <a:lnTo>
                    <a:pt x="4172811" y="612210"/>
                  </a:lnTo>
                  <a:lnTo>
                    <a:pt x="4125086" y="623705"/>
                  </a:lnTo>
                  <a:lnTo>
                    <a:pt x="4075699" y="627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48675" y="2883567"/>
              <a:ext cx="3781424" cy="50482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9143999" y="4217668"/>
            <a:ext cx="4389755" cy="628015"/>
            <a:chOff x="9143999" y="4217668"/>
            <a:chExt cx="4389755" cy="628015"/>
          </a:xfrm>
        </p:grpSpPr>
        <p:sp>
          <p:nvSpPr>
            <p:cNvPr id="7" name="object 7"/>
            <p:cNvSpPr/>
            <p:nvPr/>
          </p:nvSpPr>
          <p:spPr>
            <a:xfrm>
              <a:off x="9143999" y="4217668"/>
              <a:ext cx="4389755" cy="628015"/>
            </a:xfrm>
            <a:custGeom>
              <a:avLst/>
              <a:gdLst/>
              <a:ahLst/>
              <a:cxnLst/>
              <a:rect l="l" t="t" r="r" b="b"/>
              <a:pathLst>
                <a:path w="4389755" h="628014">
                  <a:moveTo>
                    <a:pt x="4075699" y="627614"/>
                  </a:moveTo>
                  <a:lnTo>
                    <a:pt x="313807" y="627614"/>
                  </a:lnTo>
                  <a:lnTo>
                    <a:pt x="264420" y="623705"/>
                  </a:lnTo>
                  <a:lnTo>
                    <a:pt x="216694" y="612210"/>
                  </a:lnTo>
                  <a:lnTo>
                    <a:pt x="171472" y="593478"/>
                  </a:lnTo>
                  <a:lnTo>
                    <a:pt x="129597" y="567859"/>
                  </a:lnTo>
                  <a:lnTo>
                    <a:pt x="91911" y="535702"/>
                  </a:lnTo>
                  <a:lnTo>
                    <a:pt x="59754" y="498016"/>
                  </a:lnTo>
                  <a:lnTo>
                    <a:pt x="34135" y="456141"/>
                  </a:lnTo>
                  <a:lnTo>
                    <a:pt x="15404" y="410919"/>
                  </a:lnTo>
                  <a:lnTo>
                    <a:pt x="3909" y="363193"/>
                  </a:lnTo>
                  <a:lnTo>
                    <a:pt x="0" y="313807"/>
                  </a:lnTo>
                  <a:lnTo>
                    <a:pt x="3909" y="264420"/>
                  </a:lnTo>
                  <a:lnTo>
                    <a:pt x="15404" y="216695"/>
                  </a:lnTo>
                  <a:lnTo>
                    <a:pt x="34135" y="171473"/>
                  </a:lnTo>
                  <a:lnTo>
                    <a:pt x="59754" y="129597"/>
                  </a:lnTo>
                  <a:lnTo>
                    <a:pt x="91911" y="91912"/>
                  </a:lnTo>
                  <a:lnTo>
                    <a:pt x="129597" y="59754"/>
                  </a:lnTo>
                  <a:lnTo>
                    <a:pt x="171472" y="34135"/>
                  </a:lnTo>
                  <a:lnTo>
                    <a:pt x="216694" y="15404"/>
                  </a:lnTo>
                  <a:lnTo>
                    <a:pt x="264420" y="3909"/>
                  </a:lnTo>
                  <a:lnTo>
                    <a:pt x="313807" y="0"/>
                  </a:lnTo>
                  <a:lnTo>
                    <a:pt x="4075699" y="0"/>
                  </a:lnTo>
                  <a:lnTo>
                    <a:pt x="4125086" y="3909"/>
                  </a:lnTo>
                  <a:lnTo>
                    <a:pt x="4172811" y="15404"/>
                  </a:lnTo>
                  <a:lnTo>
                    <a:pt x="4218033" y="34135"/>
                  </a:lnTo>
                  <a:lnTo>
                    <a:pt x="4259908" y="59754"/>
                  </a:lnTo>
                  <a:lnTo>
                    <a:pt x="4297595" y="91912"/>
                  </a:lnTo>
                  <a:lnTo>
                    <a:pt x="4329752" y="129597"/>
                  </a:lnTo>
                  <a:lnTo>
                    <a:pt x="4355371" y="171473"/>
                  </a:lnTo>
                  <a:lnTo>
                    <a:pt x="4374102" y="216695"/>
                  </a:lnTo>
                  <a:lnTo>
                    <a:pt x="4385597" y="264420"/>
                  </a:lnTo>
                  <a:lnTo>
                    <a:pt x="4389506" y="313807"/>
                  </a:lnTo>
                  <a:lnTo>
                    <a:pt x="4385597" y="363193"/>
                  </a:lnTo>
                  <a:lnTo>
                    <a:pt x="4374102" y="410919"/>
                  </a:lnTo>
                  <a:lnTo>
                    <a:pt x="4355371" y="456141"/>
                  </a:lnTo>
                  <a:lnTo>
                    <a:pt x="4329752" y="498016"/>
                  </a:lnTo>
                  <a:lnTo>
                    <a:pt x="4297595" y="535702"/>
                  </a:lnTo>
                  <a:lnTo>
                    <a:pt x="4259908" y="567859"/>
                  </a:lnTo>
                  <a:lnTo>
                    <a:pt x="4218033" y="593478"/>
                  </a:lnTo>
                  <a:lnTo>
                    <a:pt x="4172811" y="612210"/>
                  </a:lnTo>
                  <a:lnTo>
                    <a:pt x="4125086" y="623705"/>
                  </a:lnTo>
                  <a:lnTo>
                    <a:pt x="4075699" y="62761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512462" y="4253396"/>
              <a:ext cx="3648074" cy="55244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577485" y="4258454"/>
            <a:ext cx="13538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70" dirty="0">
                <a:solidFill>
                  <a:srgbClr val="17D9FF"/>
                </a:solidFill>
                <a:latin typeface="Arial"/>
                <a:cs typeface="Arial"/>
              </a:rPr>
              <a:t>UNIQUE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09662" y="5651128"/>
            <a:ext cx="23393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50" dirty="0">
                <a:solidFill>
                  <a:srgbClr val="17D9FF"/>
                </a:solidFill>
                <a:latin typeface="Arial"/>
                <a:cs typeface="Arial"/>
              </a:rPr>
              <a:t>PRIMARY</a:t>
            </a:r>
            <a:r>
              <a:rPr sz="2800" b="1" spc="-6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7D9FF"/>
                </a:solidFill>
                <a:latin typeface="Arial"/>
                <a:cs typeface="Arial"/>
              </a:rPr>
              <a:t>KEY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7106" y="1988731"/>
            <a:ext cx="9427845" cy="1327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2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constraints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are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8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specify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rules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in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table.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10"/>
              </a:spcBef>
            </a:pPr>
            <a:endParaRPr sz="2800">
              <a:latin typeface="Arial"/>
              <a:cs typeface="Arial"/>
            </a:endParaRPr>
          </a:p>
          <a:p>
            <a:pPr marL="136525">
              <a:lnSpc>
                <a:spcPct val="100000"/>
              </a:lnSpc>
              <a:tabLst>
                <a:tab pos="2468880" algn="l"/>
              </a:tabLst>
            </a:pPr>
            <a:r>
              <a:rPr sz="2800" b="1" spc="-85" dirty="0">
                <a:solidFill>
                  <a:srgbClr val="17D9FF"/>
                </a:solidFill>
                <a:latin typeface="Arial"/>
                <a:cs typeface="Arial"/>
              </a:rPr>
              <a:t>NOT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17D9FF"/>
                </a:solidFill>
                <a:latin typeface="Arial"/>
                <a:cs typeface="Arial"/>
              </a:rPr>
              <a:t>NULL</a:t>
            </a:r>
            <a:r>
              <a:rPr sz="2800" b="1" dirty="0">
                <a:solidFill>
                  <a:srgbClr val="17D9FF"/>
                </a:solidFill>
                <a:latin typeface="Arial"/>
                <a:cs typeface="Arial"/>
              </a:rPr>
              <a:t>	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columns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cannot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20" dirty="0">
                <a:solidFill>
                  <a:srgbClr val="FFFFFF"/>
                </a:solidFill>
                <a:latin typeface="Arial MT"/>
                <a:cs typeface="Arial MT"/>
              </a:rPr>
              <a:t>have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null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83513" y="4258454"/>
            <a:ext cx="50476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all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column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different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601528" y="5651128"/>
            <a:ext cx="86086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makes</a:t>
            </a:r>
            <a:r>
              <a:rPr sz="2800" spc="-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column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unique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not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null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but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only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75" dirty="0">
                <a:solidFill>
                  <a:srgbClr val="FFFFFF"/>
                </a:solidFill>
                <a:latin typeface="Arial MT"/>
                <a:cs typeface="Arial MT"/>
              </a:rPr>
              <a:t>for</a:t>
            </a:r>
            <a:r>
              <a:rPr sz="2800" spc="-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endParaRPr sz="2800">
              <a:latin typeface="Arial MT"/>
              <a:cs typeface="Arial MT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614228" y="6393410"/>
            <a:ext cx="4534535" cy="614045"/>
            <a:chOff x="3614228" y="6393410"/>
            <a:chExt cx="4534535" cy="614045"/>
          </a:xfrm>
        </p:grpSpPr>
        <p:sp>
          <p:nvSpPr>
            <p:cNvPr id="15" name="object 15"/>
            <p:cNvSpPr/>
            <p:nvPr/>
          </p:nvSpPr>
          <p:spPr>
            <a:xfrm>
              <a:off x="3614228" y="6393410"/>
              <a:ext cx="4534535" cy="614045"/>
            </a:xfrm>
            <a:custGeom>
              <a:avLst/>
              <a:gdLst/>
              <a:ahLst/>
              <a:cxnLst/>
              <a:rect l="l" t="t" r="r" b="b"/>
              <a:pathLst>
                <a:path w="4534534" h="614045">
                  <a:moveTo>
                    <a:pt x="4227584" y="613674"/>
                  </a:moveTo>
                  <a:lnTo>
                    <a:pt x="306837" y="613674"/>
                  </a:lnTo>
                  <a:lnTo>
                    <a:pt x="258547" y="609851"/>
                  </a:lnTo>
                  <a:lnTo>
                    <a:pt x="211881" y="598612"/>
                  </a:lnTo>
                  <a:lnTo>
                    <a:pt x="167664" y="580296"/>
                  </a:lnTo>
                  <a:lnTo>
                    <a:pt x="126719" y="555246"/>
                  </a:lnTo>
                  <a:lnTo>
                    <a:pt x="89870" y="523803"/>
                  </a:lnTo>
                  <a:lnTo>
                    <a:pt x="58427" y="486954"/>
                  </a:lnTo>
                  <a:lnTo>
                    <a:pt x="33377" y="446009"/>
                  </a:lnTo>
                  <a:lnTo>
                    <a:pt x="15061" y="401792"/>
                  </a:lnTo>
                  <a:lnTo>
                    <a:pt x="3822" y="355126"/>
                  </a:lnTo>
                  <a:lnTo>
                    <a:pt x="0" y="306837"/>
                  </a:lnTo>
                  <a:lnTo>
                    <a:pt x="3822" y="258547"/>
                  </a:lnTo>
                  <a:lnTo>
                    <a:pt x="15061" y="211881"/>
                  </a:lnTo>
                  <a:lnTo>
                    <a:pt x="33377" y="167664"/>
                  </a:lnTo>
                  <a:lnTo>
                    <a:pt x="58427" y="126719"/>
                  </a:lnTo>
                  <a:lnTo>
                    <a:pt x="89870" y="89870"/>
                  </a:lnTo>
                  <a:lnTo>
                    <a:pt x="126719" y="58427"/>
                  </a:lnTo>
                  <a:lnTo>
                    <a:pt x="167664" y="33377"/>
                  </a:lnTo>
                  <a:lnTo>
                    <a:pt x="211881" y="15062"/>
                  </a:lnTo>
                  <a:lnTo>
                    <a:pt x="258547" y="3822"/>
                  </a:lnTo>
                  <a:lnTo>
                    <a:pt x="306837" y="0"/>
                  </a:lnTo>
                  <a:lnTo>
                    <a:pt x="4227584" y="0"/>
                  </a:lnTo>
                  <a:lnTo>
                    <a:pt x="4275874" y="3822"/>
                  </a:lnTo>
                  <a:lnTo>
                    <a:pt x="4322540" y="15062"/>
                  </a:lnTo>
                  <a:lnTo>
                    <a:pt x="4366758" y="33377"/>
                  </a:lnTo>
                  <a:lnTo>
                    <a:pt x="4407703" y="58427"/>
                  </a:lnTo>
                  <a:lnTo>
                    <a:pt x="4444552" y="89870"/>
                  </a:lnTo>
                  <a:lnTo>
                    <a:pt x="4475995" y="126719"/>
                  </a:lnTo>
                  <a:lnTo>
                    <a:pt x="4501044" y="167664"/>
                  </a:lnTo>
                  <a:lnTo>
                    <a:pt x="4519360" y="211881"/>
                  </a:lnTo>
                  <a:lnTo>
                    <a:pt x="4530599" y="258547"/>
                  </a:lnTo>
                  <a:lnTo>
                    <a:pt x="4534422" y="306837"/>
                  </a:lnTo>
                  <a:lnTo>
                    <a:pt x="4530599" y="355126"/>
                  </a:lnTo>
                  <a:lnTo>
                    <a:pt x="4519360" y="401792"/>
                  </a:lnTo>
                  <a:lnTo>
                    <a:pt x="4501044" y="446009"/>
                  </a:lnTo>
                  <a:lnTo>
                    <a:pt x="4475995" y="486954"/>
                  </a:lnTo>
                  <a:lnTo>
                    <a:pt x="4444552" y="523803"/>
                  </a:lnTo>
                  <a:lnTo>
                    <a:pt x="4407703" y="555246"/>
                  </a:lnTo>
                  <a:lnTo>
                    <a:pt x="4366758" y="580296"/>
                  </a:lnTo>
                  <a:lnTo>
                    <a:pt x="4322540" y="598612"/>
                  </a:lnTo>
                  <a:lnTo>
                    <a:pt x="4275874" y="609851"/>
                  </a:lnTo>
                  <a:lnTo>
                    <a:pt x="4227584" y="61367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799562" y="6436451"/>
              <a:ext cx="4162424" cy="523874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3496212" y="7454760"/>
            <a:ext cx="4507865" cy="2355215"/>
            <a:chOff x="3496212" y="7454760"/>
            <a:chExt cx="4507865" cy="2355215"/>
          </a:xfrm>
        </p:grpSpPr>
        <p:sp>
          <p:nvSpPr>
            <p:cNvPr id="18" name="object 18"/>
            <p:cNvSpPr/>
            <p:nvPr/>
          </p:nvSpPr>
          <p:spPr>
            <a:xfrm>
              <a:off x="3496212" y="7454760"/>
              <a:ext cx="4507865" cy="2355215"/>
            </a:xfrm>
            <a:custGeom>
              <a:avLst/>
              <a:gdLst/>
              <a:ahLst/>
              <a:cxnLst/>
              <a:rect l="l" t="t" r="r" b="b"/>
              <a:pathLst>
                <a:path w="4507865" h="2355215">
                  <a:moveTo>
                    <a:pt x="4021747" y="2355145"/>
                  </a:moveTo>
                  <a:lnTo>
                    <a:pt x="485774" y="2355145"/>
                  </a:lnTo>
                  <a:lnTo>
                    <a:pt x="438991" y="2352921"/>
                  </a:lnTo>
                  <a:lnTo>
                    <a:pt x="393466" y="2346386"/>
                  </a:lnTo>
                  <a:lnTo>
                    <a:pt x="349402" y="2335742"/>
                  </a:lnTo>
                  <a:lnTo>
                    <a:pt x="307004" y="2321194"/>
                  </a:lnTo>
                  <a:lnTo>
                    <a:pt x="266475" y="2302944"/>
                  </a:lnTo>
                  <a:lnTo>
                    <a:pt x="228018" y="2281198"/>
                  </a:lnTo>
                  <a:lnTo>
                    <a:pt x="191838" y="2256157"/>
                  </a:lnTo>
                  <a:lnTo>
                    <a:pt x="158137" y="2228026"/>
                  </a:lnTo>
                  <a:lnTo>
                    <a:pt x="127119" y="2197008"/>
                  </a:lnTo>
                  <a:lnTo>
                    <a:pt x="98988" y="2163307"/>
                  </a:lnTo>
                  <a:lnTo>
                    <a:pt x="73947" y="2127126"/>
                  </a:lnTo>
                  <a:lnTo>
                    <a:pt x="52200" y="2088669"/>
                  </a:lnTo>
                  <a:lnTo>
                    <a:pt x="33951" y="2048140"/>
                  </a:lnTo>
                  <a:lnTo>
                    <a:pt x="19402" y="2005742"/>
                  </a:lnTo>
                  <a:lnTo>
                    <a:pt x="8759" y="1961679"/>
                  </a:lnTo>
                  <a:lnTo>
                    <a:pt x="2223" y="1916153"/>
                  </a:lnTo>
                  <a:lnTo>
                    <a:pt x="0" y="1869370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3"/>
                  </a:lnTo>
                  <a:lnTo>
                    <a:pt x="33951" y="307005"/>
                  </a:lnTo>
                  <a:lnTo>
                    <a:pt x="52200" y="266475"/>
                  </a:lnTo>
                  <a:lnTo>
                    <a:pt x="73947" y="228019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4021747" y="0"/>
                  </a:lnTo>
                  <a:lnTo>
                    <a:pt x="4068530" y="2223"/>
                  </a:lnTo>
                  <a:lnTo>
                    <a:pt x="4114055" y="8759"/>
                  </a:lnTo>
                  <a:lnTo>
                    <a:pt x="4158119" y="19402"/>
                  </a:lnTo>
                  <a:lnTo>
                    <a:pt x="4200517" y="33951"/>
                  </a:lnTo>
                  <a:lnTo>
                    <a:pt x="4241046" y="52200"/>
                  </a:lnTo>
                  <a:lnTo>
                    <a:pt x="4279503" y="73947"/>
                  </a:lnTo>
                  <a:lnTo>
                    <a:pt x="4315683" y="98988"/>
                  </a:lnTo>
                  <a:lnTo>
                    <a:pt x="4349384" y="127119"/>
                  </a:lnTo>
                  <a:lnTo>
                    <a:pt x="4380402" y="158137"/>
                  </a:lnTo>
                  <a:lnTo>
                    <a:pt x="4408533" y="191838"/>
                  </a:lnTo>
                  <a:lnTo>
                    <a:pt x="4433574" y="228019"/>
                  </a:lnTo>
                  <a:lnTo>
                    <a:pt x="4455321" y="266475"/>
                  </a:lnTo>
                  <a:lnTo>
                    <a:pt x="4473570" y="307005"/>
                  </a:lnTo>
                  <a:lnTo>
                    <a:pt x="4488119" y="349403"/>
                  </a:lnTo>
                  <a:lnTo>
                    <a:pt x="4498762" y="393466"/>
                  </a:lnTo>
                  <a:lnTo>
                    <a:pt x="4505298" y="438991"/>
                  </a:lnTo>
                  <a:lnTo>
                    <a:pt x="4507522" y="485774"/>
                  </a:lnTo>
                  <a:lnTo>
                    <a:pt x="4507522" y="1869370"/>
                  </a:lnTo>
                  <a:lnTo>
                    <a:pt x="4505298" y="1916153"/>
                  </a:lnTo>
                  <a:lnTo>
                    <a:pt x="4498762" y="1961679"/>
                  </a:lnTo>
                  <a:lnTo>
                    <a:pt x="4488119" y="2005742"/>
                  </a:lnTo>
                  <a:lnTo>
                    <a:pt x="4473570" y="2048140"/>
                  </a:lnTo>
                  <a:lnTo>
                    <a:pt x="4455321" y="2088669"/>
                  </a:lnTo>
                  <a:lnTo>
                    <a:pt x="4433574" y="2127126"/>
                  </a:lnTo>
                  <a:lnTo>
                    <a:pt x="4408533" y="2163307"/>
                  </a:lnTo>
                  <a:lnTo>
                    <a:pt x="4380402" y="2197008"/>
                  </a:lnTo>
                  <a:lnTo>
                    <a:pt x="4349384" y="2228026"/>
                  </a:lnTo>
                  <a:lnTo>
                    <a:pt x="4315683" y="2256157"/>
                  </a:lnTo>
                  <a:lnTo>
                    <a:pt x="4279503" y="2281198"/>
                  </a:lnTo>
                  <a:lnTo>
                    <a:pt x="4241046" y="2302944"/>
                  </a:lnTo>
                  <a:lnTo>
                    <a:pt x="4200517" y="2321194"/>
                  </a:lnTo>
                  <a:lnTo>
                    <a:pt x="4158119" y="2335742"/>
                  </a:lnTo>
                  <a:lnTo>
                    <a:pt x="4114055" y="2346386"/>
                  </a:lnTo>
                  <a:lnTo>
                    <a:pt x="4068530" y="2352921"/>
                  </a:lnTo>
                  <a:lnTo>
                    <a:pt x="4021747" y="235514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666903" y="7692816"/>
              <a:ext cx="4162424" cy="191452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Constraints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3496213" y="2954744"/>
            <a:ext cx="9420225" cy="2240280"/>
            <a:chOff x="3496213" y="2954744"/>
            <a:chExt cx="9420225" cy="2240280"/>
          </a:xfrm>
        </p:grpSpPr>
        <p:sp>
          <p:nvSpPr>
            <p:cNvPr id="4" name="object 4"/>
            <p:cNvSpPr/>
            <p:nvPr/>
          </p:nvSpPr>
          <p:spPr>
            <a:xfrm>
              <a:off x="3496213" y="2954744"/>
              <a:ext cx="9420225" cy="2240280"/>
            </a:xfrm>
            <a:custGeom>
              <a:avLst/>
              <a:gdLst/>
              <a:ahLst/>
              <a:cxnLst/>
              <a:rect l="l" t="t" r="r" b="b"/>
              <a:pathLst>
                <a:path w="9420225" h="2240279">
                  <a:moveTo>
                    <a:pt x="8933872" y="2240189"/>
                  </a:moveTo>
                  <a:lnTo>
                    <a:pt x="485774" y="2240189"/>
                  </a:lnTo>
                  <a:lnTo>
                    <a:pt x="437762" y="2237812"/>
                  </a:lnTo>
                  <a:lnTo>
                    <a:pt x="390562" y="2230769"/>
                  </a:lnTo>
                  <a:lnTo>
                    <a:pt x="344494" y="2219191"/>
                  </a:lnTo>
                  <a:lnTo>
                    <a:pt x="299876" y="2203212"/>
                  </a:lnTo>
                  <a:lnTo>
                    <a:pt x="257028" y="2182962"/>
                  </a:lnTo>
                  <a:lnTo>
                    <a:pt x="216266" y="2158573"/>
                  </a:lnTo>
                  <a:lnTo>
                    <a:pt x="177911" y="2130178"/>
                  </a:lnTo>
                  <a:lnTo>
                    <a:pt x="142280" y="2097909"/>
                  </a:lnTo>
                  <a:lnTo>
                    <a:pt x="110010" y="2062278"/>
                  </a:lnTo>
                  <a:lnTo>
                    <a:pt x="81615" y="2023922"/>
                  </a:lnTo>
                  <a:lnTo>
                    <a:pt x="57227" y="1983161"/>
                  </a:lnTo>
                  <a:lnTo>
                    <a:pt x="36977" y="1940312"/>
                  </a:lnTo>
                  <a:lnTo>
                    <a:pt x="20997" y="1895695"/>
                  </a:lnTo>
                  <a:lnTo>
                    <a:pt x="9420" y="1849627"/>
                  </a:lnTo>
                  <a:lnTo>
                    <a:pt x="2377" y="1802427"/>
                  </a:lnTo>
                  <a:lnTo>
                    <a:pt x="0" y="1754414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8933872" y="0"/>
                  </a:lnTo>
                  <a:lnTo>
                    <a:pt x="8981885" y="2377"/>
                  </a:lnTo>
                  <a:lnTo>
                    <a:pt x="9029085" y="9420"/>
                  </a:lnTo>
                  <a:lnTo>
                    <a:pt x="9075153" y="20997"/>
                  </a:lnTo>
                  <a:lnTo>
                    <a:pt x="9119770" y="36977"/>
                  </a:lnTo>
                  <a:lnTo>
                    <a:pt x="9162619" y="57227"/>
                  </a:lnTo>
                  <a:lnTo>
                    <a:pt x="9203381" y="81615"/>
                  </a:lnTo>
                  <a:lnTo>
                    <a:pt x="9241736" y="110010"/>
                  </a:lnTo>
                  <a:lnTo>
                    <a:pt x="9277367" y="142280"/>
                  </a:lnTo>
                  <a:lnTo>
                    <a:pt x="9309636" y="177911"/>
                  </a:lnTo>
                  <a:lnTo>
                    <a:pt x="9338031" y="216266"/>
                  </a:lnTo>
                  <a:lnTo>
                    <a:pt x="9362419" y="257028"/>
                  </a:lnTo>
                  <a:lnTo>
                    <a:pt x="9382669" y="299876"/>
                  </a:lnTo>
                  <a:lnTo>
                    <a:pt x="9398649" y="344494"/>
                  </a:lnTo>
                  <a:lnTo>
                    <a:pt x="9410227" y="390562"/>
                  </a:lnTo>
                  <a:lnTo>
                    <a:pt x="9417270" y="437762"/>
                  </a:lnTo>
                  <a:lnTo>
                    <a:pt x="9419647" y="485774"/>
                  </a:lnTo>
                  <a:lnTo>
                    <a:pt x="9419647" y="1754414"/>
                  </a:lnTo>
                  <a:lnTo>
                    <a:pt x="9417270" y="1802427"/>
                  </a:lnTo>
                  <a:lnTo>
                    <a:pt x="9410227" y="1849627"/>
                  </a:lnTo>
                  <a:lnTo>
                    <a:pt x="9398649" y="1895695"/>
                  </a:lnTo>
                  <a:lnTo>
                    <a:pt x="9382669" y="1940312"/>
                  </a:lnTo>
                  <a:lnTo>
                    <a:pt x="9362419" y="1983161"/>
                  </a:lnTo>
                  <a:lnTo>
                    <a:pt x="9338031" y="2023922"/>
                  </a:lnTo>
                  <a:lnTo>
                    <a:pt x="9309636" y="2062278"/>
                  </a:lnTo>
                  <a:lnTo>
                    <a:pt x="9277367" y="2097909"/>
                  </a:lnTo>
                  <a:lnTo>
                    <a:pt x="9241736" y="2130178"/>
                  </a:lnTo>
                  <a:lnTo>
                    <a:pt x="9203381" y="2158573"/>
                  </a:lnTo>
                  <a:lnTo>
                    <a:pt x="9162619" y="2182962"/>
                  </a:lnTo>
                  <a:lnTo>
                    <a:pt x="9119770" y="2203212"/>
                  </a:lnTo>
                  <a:lnTo>
                    <a:pt x="9075153" y="2219191"/>
                  </a:lnTo>
                  <a:lnTo>
                    <a:pt x="9029085" y="2230769"/>
                  </a:lnTo>
                  <a:lnTo>
                    <a:pt x="8981885" y="2237812"/>
                  </a:lnTo>
                  <a:lnTo>
                    <a:pt x="8933872" y="224018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64705" y="3220286"/>
              <a:ext cx="9086849" cy="170497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496212" y="7409815"/>
            <a:ext cx="5737860" cy="653415"/>
            <a:chOff x="3496212" y="7409815"/>
            <a:chExt cx="5737860" cy="653415"/>
          </a:xfrm>
        </p:grpSpPr>
        <p:sp>
          <p:nvSpPr>
            <p:cNvPr id="7" name="object 7"/>
            <p:cNvSpPr/>
            <p:nvPr/>
          </p:nvSpPr>
          <p:spPr>
            <a:xfrm>
              <a:off x="3496212" y="7409815"/>
              <a:ext cx="5737860" cy="653415"/>
            </a:xfrm>
            <a:custGeom>
              <a:avLst/>
              <a:gdLst/>
              <a:ahLst/>
              <a:cxnLst/>
              <a:rect l="l" t="t" r="r" b="b"/>
              <a:pathLst>
                <a:path w="5737859" h="653415">
                  <a:moveTo>
                    <a:pt x="5410743" y="653047"/>
                  </a:moveTo>
                  <a:lnTo>
                    <a:pt x="326523" y="653047"/>
                  </a:lnTo>
                  <a:lnTo>
                    <a:pt x="278272" y="649507"/>
                  </a:lnTo>
                  <a:lnTo>
                    <a:pt x="232219" y="639222"/>
                  </a:lnTo>
                  <a:lnTo>
                    <a:pt x="188869" y="622699"/>
                  </a:lnTo>
                  <a:lnTo>
                    <a:pt x="148728" y="600442"/>
                  </a:lnTo>
                  <a:lnTo>
                    <a:pt x="112300" y="572956"/>
                  </a:lnTo>
                  <a:lnTo>
                    <a:pt x="80090" y="540747"/>
                  </a:lnTo>
                  <a:lnTo>
                    <a:pt x="52605" y="504319"/>
                  </a:lnTo>
                  <a:lnTo>
                    <a:pt x="30347" y="464177"/>
                  </a:lnTo>
                  <a:lnTo>
                    <a:pt x="13824" y="420828"/>
                  </a:lnTo>
                  <a:lnTo>
                    <a:pt x="3540" y="374775"/>
                  </a:lnTo>
                  <a:lnTo>
                    <a:pt x="0" y="326523"/>
                  </a:lnTo>
                  <a:lnTo>
                    <a:pt x="3540" y="278272"/>
                  </a:lnTo>
                  <a:lnTo>
                    <a:pt x="13824" y="232219"/>
                  </a:lnTo>
                  <a:lnTo>
                    <a:pt x="30347" y="188869"/>
                  </a:lnTo>
                  <a:lnTo>
                    <a:pt x="52605" y="148728"/>
                  </a:lnTo>
                  <a:lnTo>
                    <a:pt x="80090" y="112300"/>
                  </a:lnTo>
                  <a:lnTo>
                    <a:pt x="112300" y="80090"/>
                  </a:lnTo>
                  <a:lnTo>
                    <a:pt x="148728" y="52604"/>
                  </a:lnTo>
                  <a:lnTo>
                    <a:pt x="188869" y="30347"/>
                  </a:lnTo>
                  <a:lnTo>
                    <a:pt x="232219" y="13824"/>
                  </a:lnTo>
                  <a:lnTo>
                    <a:pt x="278272" y="3540"/>
                  </a:lnTo>
                  <a:lnTo>
                    <a:pt x="326523" y="0"/>
                  </a:lnTo>
                  <a:lnTo>
                    <a:pt x="5410743" y="0"/>
                  </a:lnTo>
                  <a:lnTo>
                    <a:pt x="5458994" y="3540"/>
                  </a:lnTo>
                  <a:lnTo>
                    <a:pt x="5505047" y="13824"/>
                  </a:lnTo>
                  <a:lnTo>
                    <a:pt x="5548397" y="30347"/>
                  </a:lnTo>
                  <a:lnTo>
                    <a:pt x="5588539" y="52604"/>
                  </a:lnTo>
                  <a:lnTo>
                    <a:pt x="5624967" y="80090"/>
                  </a:lnTo>
                  <a:lnTo>
                    <a:pt x="5657176" y="112300"/>
                  </a:lnTo>
                  <a:lnTo>
                    <a:pt x="5684662" y="148728"/>
                  </a:lnTo>
                  <a:lnTo>
                    <a:pt x="5706919" y="188869"/>
                  </a:lnTo>
                  <a:lnTo>
                    <a:pt x="5723442" y="232219"/>
                  </a:lnTo>
                  <a:lnTo>
                    <a:pt x="5733727" y="278272"/>
                  </a:lnTo>
                  <a:lnTo>
                    <a:pt x="5737267" y="326523"/>
                  </a:lnTo>
                  <a:lnTo>
                    <a:pt x="5733727" y="374775"/>
                  </a:lnTo>
                  <a:lnTo>
                    <a:pt x="5723442" y="420828"/>
                  </a:lnTo>
                  <a:lnTo>
                    <a:pt x="5706919" y="464177"/>
                  </a:lnTo>
                  <a:lnTo>
                    <a:pt x="5684662" y="504319"/>
                  </a:lnTo>
                  <a:lnTo>
                    <a:pt x="5657176" y="540747"/>
                  </a:lnTo>
                  <a:lnTo>
                    <a:pt x="5624967" y="572956"/>
                  </a:lnTo>
                  <a:lnTo>
                    <a:pt x="5588539" y="600442"/>
                  </a:lnTo>
                  <a:lnTo>
                    <a:pt x="5548397" y="622699"/>
                  </a:lnTo>
                  <a:lnTo>
                    <a:pt x="5505047" y="639222"/>
                  </a:lnTo>
                  <a:lnTo>
                    <a:pt x="5458994" y="649507"/>
                  </a:lnTo>
                  <a:lnTo>
                    <a:pt x="5410743" y="653047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73605" y="7498669"/>
              <a:ext cx="5381624" cy="476249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574234" y="2088633"/>
            <a:ext cx="114300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921635" algn="l"/>
              </a:tabLst>
            </a:pPr>
            <a:r>
              <a:rPr sz="2800" b="1" spc="-105" dirty="0">
                <a:solidFill>
                  <a:srgbClr val="17D9FF"/>
                </a:solidFill>
                <a:latin typeface="Arial"/>
                <a:cs typeface="Arial"/>
              </a:rPr>
              <a:t>FOREIGN</a:t>
            </a:r>
            <a:r>
              <a:rPr sz="2800" b="1" spc="-5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7D9FF"/>
                </a:solidFill>
                <a:latin typeface="Arial"/>
                <a:cs typeface="Arial"/>
              </a:rPr>
              <a:t>KEY</a:t>
            </a:r>
            <a:r>
              <a:rPr sz="2800" b="1" dirty="0">
                <a:solidFill>
                  <a:srgbClr val="17D9FF"/>
                </a:solidFill>
                <a:latin typeface="Arial"/>
                <a:cs typeface="Arial"/>
              </a:rPr>
              <a:t>	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prevent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5" dirty="0">
                <a:solidFill>
                  <a:srgbClr val="FFFFFF"/>
                </a:solidFill>
                <a:latin typeface="Arial MT"/>
                <a:cs typeface="Arial MT"/>
              </a:rPr>
              <a:t>actions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that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would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5" dirty="0">
                <a:solidFill>
                  <a:srgbClr val="FFFFFF"/>
                </a:solidFill>
                <a:latin typeface="Arial MT"/>
                <a:cs typeface="Arial MT"/>
              </a:rPr>
              <a:t>destroy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links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between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tables</a:t>
            </a:r>
            <a:endParaRPr sz="2800">
              <a:latin typeface="Arial MT"/>
              <a:cs typeface="Arial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368232" y="6562755"/>
            <a:ext cx="15627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0" dirty="0">
                <a:solidFill>
                  <a:srgbClr val="17D9FF"/>
                </a:solidFill>
                <a:latin typeface="Arial"/>
                <a:cs typeface="Arial"/>
              </a:rPr>
              <a:t>DEFAULT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483513" y="6562755"/>
            <a:ext cx="51854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sets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default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value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of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column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Constraints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2465572" y="6509185"/>
            <a:ext cx="6145530" cy="1657985"/>
            <a:chOff x="2465572" y="6509185"/>
            <a:chExt cx="6145530" cy="1657985"/>
          </a:xfrm>
        </p:grpSpPr>
        <p:sp>
          <p:nvSpPr>
            <p:cNvPr id="4" name="object 4"/>
            <p:cNvSpPr/>
            <p:nvPr/>
          </p:nvSpPr>
          <p:spPr>
            <a:xfrm>
              <a:off x="2465572" y="6509185"/>
              <a:ext cx="6145530" cy="1657985"/>
            </a:xfrm>
            <a:custGeom>
              <a:avLst/>
              <a:gdLst/>
              <a:ahLst/>
              <a:cxnLst/>
              <a:rect l="l" t="t" r="r" b="b"/>
              <a:pathLst>
                <a:path w="6145530" h="1657984">
                  <a:moveTo>
                    <a:pt x="5659262" y="1657803"/>
                  </a:moveTo>
                  <a:lnTo>
                    <a:pt x="485774" y="1657803"/>
                  </a:lnTo>
                  <a:lnTo>
                    <a:pt x="437762" y="1655426"/>
                  </a:lnTo>
                  <a:lnTo>
                    <a:pt x="390562" y="1648382"/>
                  </a:lnTo>
                  <a:lnTo>
                    <a:pt x="344494" y="1636805"/>
                  </a:lnTo>
                  <a:lnTo>
                    <a:pt x="299876" y="1620825"/>
                  </a:lnTo>
                  <a:lnTo>
                    <a:pt x="257028" y="1600575"/>
                  </a:lnTo>
                  <a:lnTo>
                    <a:pt x="216266" y="1576187"/>
                  </a:lnTo>
                  <a:lnTo>
                    <a:pt x="177911" y="1547792"/>
                  </a:lnTo>
                  <a:lnTo>
                    <a:pt x="142280" y="1515522"/>
                  </a:lnTo>
                  <a:lnTo>
                    <a:pt x="110010" y="1479891"/>
                  </a:lnTo>
                  <a:lnTo>
                    <a:pt x="81615" y="1441535"/>
                  </a:lnTo>
                  <a:lnTo>
                    <a:pt x="57227" y="1400774"/>
                  </a:lnTo>
                  <a:lnTo>
                    <a:pt x="36977" y="1357925"/>
                  </a:lnTo>
                  <a:lnTo>
                    <a:pt x="20997" y="1313308"/>
                  </a:lnTo>
                  <a:lnTo>
                    <a:pt x="9420" y="1267240"/>
                  </a:lnTo>
                  <a:lnTo>
                    <a:pt x="2377" y="1220040"/>
                  </a:lnTo>
                  <a:lnTo>
                    <a:pt x="0" y="1172028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5659262" y="0"/>
                  </a:lnTo>
                  <a:lnTo>
                    <a:pt x="5707275" y="2377"/>
                  </a:lnTo>
                  <a:lnTo>
                    <a:pt x="5754475" y="9420"/>
                  </a:lnTo>
                  <a:lnTo>
                    <a:pt x="5800543" y="20997"/>
                  </a:lnTo>
                  <a:lnTo>
                    <a:pt x="5845161" y="36977"/>
                  </a:lnTo>
                  <a:lnTo>
                    <a:pt x="5888009" y="57227"/>
                  </a:lnTo>
                  <a:lnTo>
                    <a:pt x="5928771" y="81615"/>
                  </a:lnTo>
                  <a:lnTo>
                    <a:pt x="5967126" y="110010"/>
                  </a:lnTo>
                  <a:lnTo>
                    <a:pt x="6002757" y="142280"/>
                  </a:lnTo>
                  <a:lnTo>
                    <a:pt x="6035027" y="177911"/>
                  </a:lnTo>
                  <a:lnTo>
                    <a:pt x="6063421" y="216266"/>
                  </a:lnTo>
                  <a:lnTo>
                    <a:pt x="6087810" y="257028"/>
                  </a:lnTo>
                  <a:lnTo>
                    <a:pt x="6108060" y="299876"/>
                  </a:lnTo>
                  <a:lnTo>
                    <a:pt x="6124039" y="344494"/>
                  </a:lnTo>
                  <a:lnTo>
                    <a:pt x="6135617" y="390562"/>
                  </a:lnTo>
                  <a:lnTo>
                    <a:pt x="6142660" y="437762"/>
                  </a:lnTo>
                  <a:lnTo>
                    <a:pt x="6145037" y="485774"/>
                  </a:lnTo>
                  <a:lnTo>
                    <a:pt x="6145037" y="1172028"/>
                  </a:lnTo>
                  <a:lnTo>
                    <a:pt x="6142660" y="1220040"/>
                  </a:lnTo>
                  <a:lnTo>
                    <a:pt x="6135617" y="1267240"/>
                  </a:lnTo>
                  <a:lnTo>
                    <a:pt x="6124039" y="1313308"/>
                  </a:lnTo>
                  <a:lnTo>
                    <a:pt x="6108060" y="1357925"/>
                  </a:lnTo>
                  <a:lnTo>
                    <a:pt x="6087810" y="1400774"/>
                  </a:lnTo>
                  <a:lnTo>
                    <a:pt x="6063421" y="1441535"/>
                  </a:lnTo>
                  <a:lnTo>
                    <a:pt x="6035027" y="1479891"/>
                  </a:lnTo>
                  <a:lnTo>
                    <a:pt x="6002757" y="1515522"/>
                  </a:lnTo>
                  <a:lnTo>
                    <a:pt x="5967126" y="1547792"/>
                  </a:lnTo>
                  <a:lnTo>
                    <a:pt x="5928771" y="1576187"/>
                  </a:lnTo>
                  <a:lnTo>
                    <a:pt x="5888009" y="1600575"/>
                  </a:lnTo>
                  <a:lnTo>
                    <a:pt x="5845161" y="1620825"/>
                  </a:lnTo>
                  <a:lnTo>
                    <a:pt x="5800543" y="1636805"/>
                  </a:lnTo>
                  <a:lnTo>
                    <a:pt x="5754475" y="1648382"/>
                  </a:lnTo>
                  <a:lnTo>
                    <a:pt x="5707275" y="1655426"/>
                  </a:lnTo>
                  <a:lnTo>
                    <a:pt x="5659262" y="165780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82932" y="6633010"/>
              <a:ext cx="5553074" cy="144779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2434638" y="2862134"/>
            <a:ext cx="10905490" cy="2809240"/>
            <a:chOff x="2434638" y="2862134"/>
            <a:chExt cx="10905490" cy="2809240"/>
          </a:xfrm>
        </p:grpSpPr>
        <p:sp>
          <p:nvSpPr>
            <p:cNvPr id="7" name="object 7"/>
            <p:cNvSpPr/>
            <p:nvPr/>
          </p:nvSpPr>
          <p:spPr>
            <a:xfrm>
              <a:off x="2434638" y="2862134"/>
              <a:ext cx="10905490" cy="2809240"/>
            </a:xfrm>
            <a:custGeom>
              <a:avLst/>
              <a:gdLst/>
              <a:ahLst/>
              <a:cxnLst/>
              <a:rect l="l" t="t" r="r" b="b"/>
              <a:pathLst>
                <a:path w="10905490" h="2809240">
                  <a:moveTo>
                    <a:pt x="10419256" y="2808984"/>
                  </a:moveTo>
                  <a:lnTo>
                    <a:pt x="485774" y="2808984"/>
                  </a:lnTo>
                  <a:lnTo>
                    <a:pt x="437762" y="2806607"/>
                  </a:lnTo>
                  <a:lnTo>
                    <a:pt x="390562" y="2799564"/>
                  </a:lnTo>
                  <a:lnTo>
                    <a:pt x="344494" y="2787987"/>
                  </a:lnTo>
                  <a:lnTo>
                    <a:pt x="299876" y="2772007"/>
                  </a:lnTo>
                  <a:lnTo>
                    <a:pt x="257028" y="2751757"/>
                  </a:lnTo>
                  <a:lnTo>
                    <a:pt x="216266" y="2727369"/>
                  </a:lnTo>
                  <a:lnTo>
                    <a:pt x="177911" y="2698974"/>
                  </a:lnTo>
                  <a:lnTo>
                    <a:pt x="142280" y="2666705"/>
                  </a:lnTo>
                  <a:lnTo>
                    <a:pt x="110010" y="2631074"/>
                  </a:lnTo>
                  <a:lnTo>
                    <a:pt x="81615" y="2592718"/>
                  </a:lnTo>
                  <a:lnTo>
                    <a:pt x="57227" y="2551957"/>
                  </a:lnTo>
                  <a:lnTo>
                    <a:pt x="36977" y="2509108"/>
                  </a:lnTo>
                  <a:lnTo>
                    <a:pt x="20997" y="2464490"/>
                  </a:lnTo>
                  <a:lnTo>
                    <a:pt x="9420" y="2418422"/>
                  </a:lnTo>
                  <a:lnTo>
                    <a:pt x="2377" y="2371222"/>
                  </a:lnTo>
                  <a:lnTo>
                    <a:pt x="0" y="2323209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10419256" y="0"/>
                  </a:lnTo>
                  <a:lnTo>
                    <a:pt x="10467269" y="2377"/>
                  </a:lnTo>
                  <a:lnTo>
                    <a:pt x="10514468" y="9420"/>
                  </a:lnTo>
                  <a:lnTo>
                    <a:pt x="10560536" y="20997"/>
                  </a:lnTo>
                  <a:lnTo>
                    <a:pt x="10605154" y="36977"/>
                  </a:lnTo>
                  <a:lnTo>
                    <a:pt x="10648003" y="57227"/>
                  </a:lnTo>
                  <a:lnTo>
                    <a:pt x="10688764" y="81615"/>
                  </a:lnTo>
                  <a:lnTo>
                    <a:pt x="10727119" y="110010"/>
                  </a:lnTo>
                  <a:lnTo>
                    <a:pt x="10762750" y="142280"/>
                  </a:lnTo>
                  <a:lnTo>
                    <a:pt x="10795020" y="177911"/>
                  </a:lnTo>
                  <a:lnTo>
                    <a:pt x="10823414" y="216266"/>
                  </a:lnTo>
                  <a:lnTo>
                    <a:pt x="10847803" y="257028"/>
                  </a:lnTo>
                  <a:lnTo>
                    <a:pt x="10868053" y="299876"/>
                  </a:lnTo>
                  <a:lnTo>
                    <a:pt x="10884033" y="344494"/>
                  </a:lnTo>
                  <a:lnTo>
                    <a:pt x="10895611" y="390562"/>
                  </a:lnTo>
                  <a:lnTo>
                    <a:pt x="10902654" y="437762"/>
                  </a:lnTo>
                  <a:lnTo>
                    <a:pt x="10905031" y="485775"/>
                  </a:lnTo>
                  <a:lnTo>
                    <a:pt x="10905031" y="2323209"/>
                  </a:lnTo>
                  <a:lnTo>
                    <a:pt x="10902654" y="2371222"/>
                  </a:lnTo>
                  <a:lnTo>
                    <a:pt x="10895611" y="2418422"/>
                  </a:lnTo>
                  <a:lnTo>
                    <a:pt x="10884033" y="2464490"/>
                  </a:lnTo>
                  <a:lnTo>
                    <a:pt x="10868053" y="2509108"/>
                  </a:lnTo>
                  <a:lnTo>
                    <a:pt x="10847803" y="2551957"/>
                  </a:lnTo>
                  <a:lnTo>
                    <a:pt x="10823414" y="2592718"/>
                  </a:lnTo>
                  <a:lnTo>
                    <a:pt x="10795020" y="2631074"/>
                  </a:lnTo>
                  <a:lnTo>
                    <a:pt x="10762750" y="2666705"/>
                  </a:lnTo>
                  <a:lnTo>
                    <a:pt x="10727119" y="2698974"/>
                  </a:lnTo>
                  <a:lnTo>
                    <a:pt x="10688764" y="2727369"/>
                  </a:lnTo>
                  <a:lnTo>
                    <a:pt x="10648003" y="2751757"/>
                  </a:lnTo>
                  <a:lnTo>
                    <a:pt x="10605154" y="2772007"/>
                  </a:lnTo>
                  <a:lnTo>
                    <a:pt x="10560536" y="2787987"/>
                  </a:lnTo>
                  <a:lnTo>
                    <a:pt x="10514468" y="2799564"/>
                  </a:lnTo>
                  <a:lnTo>
                    <a:pt x="10467269" y="2806607"/>
                  </a:lnTo>
                  <a:lnTo>
                    <a:pt x="10419256" y="280898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9773" y="2977154"/>
              <a:ext cx="9534524" cy="2533649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214676" y="4322864"/>
              <a:ext cx="10125073" cy="857249"/>
            </a:xfrm>
            <a:prstGeom prst="rect">
              <a:avLst/>
            </a:prstGeom>
          </p:spPr>
        </p:pic>
      </p:grpSp>
      <p:sp>
        <p:nvSpPr>
          <p:cNvPr id="10" name="object 10"/>
          <p:cNvSpPr txBox="1"/>
          <p:nvPr/>
        </p:nvSpPr>
        <p:spPr>
          <a:xfrm>
            <a:off x="961240" y="2059085"/>
            <a:ext cx="8217534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21180" algn="l"/>
              </a:tabLst>
            </a:pPr>
            <a:r>
              <a:rPr sz="2800" b="1" spc="-10" dirty="0">
                <a:solidFill>
                  <a:srgbClr val="17D9FF"/>
                </a:solidFill>
                <a:latin typeface="Arial"/>
                <a:cs typeface="Arial"/>
              </a:rPr>
              <a:t>CHECK</a:t>
            </a:r>
            <a:r>
              <a:rPr sz="2800" b="1" dirty="0">
                <a:solidFill>
                  <a:srgbClr val="17D9FF"/>
                </a:solidFill>
                <a:latin typeface="Arial"/>
                <a:cs typeface="Arial"/>
              </a:rPr>
              <a:t>	</a:t>
            </a:r>
            <a:r>
              <a:rPr sz="2800" spc="8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can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FFFFFF"/>
                </a:solidFill>
                <a:latin typeface="Arial MT"/>
                <a:cs typeface="Arial MT"/>
              </a:rPr>
              <a:t>limit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values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allowed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column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9353" y="755681"/>
            <a:ext cx="38207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dirty="0">
                <a:solidFill>
                  <a:srgbClr val="FFFFFF"/>
                </a:solidFill>
                <a:latin typeface="Arial"/>
                <a:cs typeface="Arial"/>
              </a:rPr>
              <a:t>Create</a:t>
            </a:r>
            <a:r>
              <a:rPr sz="2800" i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2800" i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spc="-40" dirty="0">
                <a:solidFill>
                  <a:srgbClr val="FFFFFF"/>
                </a:solidFill>
                <a:latin typeface="Arial"/>
                <a:cs typeface="Arial"/>
              </a:rPr>
              <a:t>sample</a:t>
            </a:r>
            <a:r>
              <a:rPr sz="2800" i="1" spc="-1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i="1" spc="-10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7545928" y="755681"/>
            <a:ext cx="23622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0" i="1" u="none" dirty="0">
                <a:solidFill>
                  <a:srgbClr val="FFFFFF"/>
                </a:solidFill>
                <a:latin typeface="Arial"/>
                <a:cs typeface="Arial"/>
              </a:rPr>
              <a:t>Insert</a:t>
            </a:r>
            <a:r>
              <a:rPr sz="2800" b="0" i="1" u="none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0" i="1" u="none" dirty="0">
                <a:solidFill>
                  <a:srgbClr val="FFFFFF"/>
                </a:solidFill>
                <a:latin typeface="Arial"/>
                <a:cs typeface="Arial"/>
              </a:rPr>
              <a:t>this</a:t>
            </a:r>
            <a:r>
              <a:rPr sz="2800" b="0" i="1" u="none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0" i="1" u="none" spc="-20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358711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6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Select</a:t>
            </a:r>
            <a:r>
              <a:rPr u="heavy" spc="-14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4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in</a:t>
            </a:r>
            <a:r>
              <a:rPr u="heavy" spc="-1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40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Detail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993777"/>
            <a:ext cx="7061200" cy="2180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used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to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select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any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data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50" dirty="0">
                <a:solidFill>
                  <a:srgbClr val="FFFFFF"/>
                </a:solidFill>
                <a:latin typeface="Arial MT"/>
                <a:cs typeface="Arial MT"/>
              </a:rPr>
              <a:t>from</a:t>
            </a:r>
            <a:r>
              <a:rPr sz="2800" spc="-6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0" dirty="0">
                <a:solidFill>
                  <a:srgbClr val="FFFFFF"/>
                </a:solidFill>
                <a:latin typeface="Arial MT"/>
                <a:cs typeface="Arial MT"/>
              </a:rPr>
              <a:t>database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944"/>
              </a:spcBef>
            </a:pPr>
            <a:endParaRPr sz="2800">
              <a:latin typeface="Arial MT"/>
              <a:cs typeface="Arial MT"/>
            </a:endParaRPr>
          </a:p>
          <a:p>
            <a:pPr marL="23495">
              <a:lnSpc>
                <a:spcPct val="100000"/>
              </a:lnSpc>
              <a:spcBef>
                <a:spcPts val="5"/>
              </a:spcBef>
            </a:pPr>
            <a:r>
              <a:rPr sz="2800" b="1" spc="-210" dirty="0">
                <a:solidFill>
                  <a:srgbClr val="17D9FF"/>
                </a:solidFill>
                <a:latin typeface="Arial"/>
                <a:cs typeface="Arial"/>
              </a:rPr>
              <a:t>Basic</a:t>
            </a:r>
            <a:r>
              <a:rPr sz="2800" b="1" spc="-7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17D9FF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2240"/>
              </a:spcBef>
              <a:tabLst>
                <a:tab pos="1666875" algn="l"/>
              </a:tabLst>
            </a:pP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SELECT</a:t>
            </a:r>
            <a:r>
              <a:rPr sz="3200" b="1" dirty="0">
                <a:solidFill>
                  <a:srgbClr val="A69EF1"/>
                </a:solidFill>
                <a:latin typeface="Arial"/>
                <a:cs typeface="Arial"/>
              </a:rPr>
              <a:t>	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col1,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col2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70" dirty="0">
                <a:solidFill>
                  <a:srgbClr val="A69EF1"/>
                </a:solidFill>
                <a:latin typeface="Arial"/>
                <a:cs typeface="Arial"/>
              </a:rPr>
              <a:t>FROM</a:t>
            </a: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table_name;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106" y="5431520"/>
            <a:ext cx="5485765" cy="1473835"/>
          </a:xfrm>
          <a:prstGeom prst="rect">
            <a:avLst/>
          </a:prstGeom>
        </p:spPr>
        <p:txBody>
          <a:bodyPr vert="horz" wrap="square" lIns="0" tIns="2616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060"/>
              </a:spcBef>
            </a:pPr>
            <a:r>
              <a:rPr sz="2800" b="1" spc="-145" dirty="0">
                <a:solidFill>
                  <a:srgbClr val="17D9FF"/>
                </a:solidFill>
                <a:latin typeface="Arial"/>
                <a:cs typeface="Arial"/>
              </a:rPr>
              <a:t>To</a:t>
            </a:r>
            <a:r>
              <a:rPr sz="2800" b="1" spc="-8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17D9FF"/>
                </a:solidFill>
                <a:latin typeface="Arial"/>
                <a:cs typeface="Arial"/>
              </a:rPr>
              <a:t>Select</a:t>
            </a:r>
            <a:r>
              <a:rPr sz="2800" b="1" spc="-8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280" dirty="0">
                <a:solidFill>
                  <a:srgbClr val="17D9FF"/>
                </a:solidFill>
                <a:latin typeface="Arial"/>
                <a:cs typeface="Arial"/>
              </a:rPr>
              <a:t>ALL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240"/>
              </a:spcBef>
              <a:tabLst>
                <a:tab pos="1656080" algn="l"/>
              </a:tabLst>
            </a:pP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SELECT</a:t>
            </a:r>
            <a:r>
              <a:rPr sz="3200" b="1" dirty="0">
                <a:solidFill>
                  <a:srgbClr val="A69EF1"/>
                </a:solidFill>
                <a:latin typeface="Arial"/>
                <a:cs typeface="Arial"/>
              </a:rPr>
              <a:t>	</a:t>
            </a:r>
            <a:r>
              <a:rPr sz="3200" b="1" spc="150" dirty="0">
                <a:solidFill>
                  <a:srgbClr val="F76ABC"/>
                </a:solidFill>
                <a:latin typeface="Arial"/>
                <a:cs typeface="Arial"/>
              </a:rPr>
              <a:t>*</a:t>
            </a:r>
            <a:r>
              <a:rPr sz="3200" b="1" spc="-9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spc="-70" dirty="0">
                <a:solidFill>
                  <a:srgbClr val="A69EF1"/>
                </a:solidFill>
                <a:latin typeface="Arial"/>
                <a:cs typeface="Arial"/>
              </a:rPr>
              <a:t>FROM</a:t>
            </a:r>
            <a:r>
              <a:rPr sz="3200" b="1" spc="-8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79"/>
            <a:ext cx="33648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6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Where</a:t>
            </a:r>
            <a:r>
              <a:rPr u="heavy" spc="-2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Clause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9806" y="5308662"/>
            <a:ext cx="9420225" cy="1386205"/>
            <a:chOff x="1039806" y="5308662"/>
            <a:chExt cx="9420225" cy="1386205"/>
          </a:xfrm>
        </p:grpSpPr>
        <p:sp>
          <p:nvSpPr>
            <p:cNvPr id="4" name="object 4"/>
            <p:cNvSpPr/>
            <p:nvPr/>
          </p:nvSpPr>
          <p:spPr>
            <a:xfrm>
              <a:off x="1039806" y="5308662"/>
              <a:ext cx="9420225" cy="1386205"/>
            </a:xfrm>
            <a:custGeom>
              <a:avLst/>
              <a:gdLst/>
              <a:ahLst/>
              <a:cxnLst/>
              <a:rect l="l" t="t" r="r" b="b"/>
              <a:pathLst>
                <a:path w="9420225" h="1386204">
                  <a:moveTo>
                    <a:pt x="8933985" y="1385609"/>
                  </a:moveTo>
                  <a:lnTo>
                    <a:pt x="485774" y="1385609"/>
                  </a:lnTo>
                  <a:lnTo>
                    <a:pt x="437762" y="1383232"/>
                  </a:lnTo>
                  <a:lnTo>
                    <a:pt x="390562" y="1376189"/>
                  </a:lnTo>
                  <a:lnTo>
                    <a:pt x="344494" y="1364612"/>
                  </a:lnTo>
                  <a:lnTo>
                    <a:pt x="299876" y="1348632"/>
                  </a:lnTo>
                  <a:lnTo>
                    <a:pt x="257028" y="1328382"/>
                  </a:lnTo>
                  <a:lnTo>
                    <a:pt x="216266" y="1303993"/>
                  </a:lnTo>
                  <a:lnTo>
                    <a:pt x="177911" y="1275598"/>
                  </a:lnTo>
                  <a:lnTo>
                    <a:pt x="142280" y="1243329"/>
                  </a:lnTo>
                  <a:lnTo>
                    <a:pt x="110010" y="1207698"/>
                  </a:lnTo>
                  <a:lnTo>
                    <a:pt x="81615" y="1169342"/>
                  </a:lnTo>
                  <a:lnTo>
                    <a:pt x="57227" y="1128581"/>
                  </a:lnTo>
                  <a:lnTo>
                    <a:pt x="36977" y="1085732"/>
                  </a:lnTo>
                  <a:lnTo>
                    <a:pt x="20997" y="1041115"/>
                  </a:lnTo>
                  <a:lnTo>
                    <a:pt x="9420" y="995047"/>
                  </a:lnTo>
                  <a:lnTo>
                    <a:pt x="2377" y="947847"/>
                  </a:lnTo>
                  <a:lnTo>
                    <a:pt x="0" y="899834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8933985" y="0"/>
                  </a:lnTo>
                  <a:lnTo>
                    <a:pt x="8981998" y="2377"/>
                  </a:lnTo>
                  <a:lnTo>
                    <a:pt x="9029197" y="9420"/>
                  </a:lnTo>
                  <a:lnTo>
                    <a:pt x="9075265" y="20997"/>
                  </a:lnTo>
                  <a:lnTo>
                    <a:pt x="9119883" y="36977"/>
                  </a:lnTo>
                  <a:lnTo>
                    <a:pt x="9162732" y="57227"/>
                  </a:lnTo>
                  <a:lnTo>
                    <a:pt x="9203493" y="81615"/>
                  </a:lnTo>
                  <a:lnTo>
                    <a:pt x="9241849" y="110010"/>
                  </a:lnTo>
                  <a:lnTo>
                    <a:pt x="9277480" y="142280"/>
                  </a:lnTo>
                  <a:lnTo>
                    <a:pt x="9309749" y="177911"/>
                  </a:lnTo>
                  <a:lnTo>
                    <a:pt x="9338144" y="216266"/>
                  </a:lnTo>
                  <a:lnTo>
                    <a:pt x="9362533" y="257028"/>
                  </a:lnTo>
                  <a:lnTo>
                    <a:pt x="9382783" y="299876"/>
                  </a:lnTo>
                  <a:lnTo>
                    <a:pt x="9398762" y="344494"/>
                  </a:lnTo>
                  <a:lnTo>
                    <a:pt x="9410340" y="390562"/>
                  </a:lnTo>
                  <a:lnTo>
                    <a:pt x="9417383" y="437762"/>
                  </a:lnTo>
                  <a:lnTo>
                    <a:pt x="9419760" y="485774"/>
                  </a:lnTo>
                  <a:lnTo>
                    <a:pt x="9419760" y="899834"/>
                  </a:lnTo>
                  <a:lnTo>
                    <a:pt x="9417383" y="947847"/>
                  </a:lnTo>
                  <a:lnTo>
                    <a:pt x="9410340" y="995047"/>
                  </a:lnTo>
                  <a:lnTo>
                    <a:pt x="9398762" y="1041115"/>
                  </a:lnTo>
                  <a:lnTo>
                    <a:pt x="9382783" y="1085732"/>
                  </a:lnTo>
                  <a:lnTo>
                    <a:pt x="9362533" y="1128581"/>
                  </a:lnTo>
                  <a:lnTo>
                    <a:pt x="9338144" y="1169342"/>
                  </a:lnTo>
                  <a:lnTo>
                    <a:pt x="9309749" y="1207698"/>
                  </a:lnTo>
                  <a:lnTo>
                    <a:pt x="9277480" y="1243329"/>
                  </a:lnTo>
                  <a:lnTo>
                    <a:pt x="9241849" y="1275598"/>
                  </a:lnTo>
                  <a:lnTo>
                    <a:pt x="9203493" y="1303993"/>
                  </a:lnTo>
                  <a:lnTo>
                    <a:pt x="9162732" y="1328382"/>
                  </a:lnTo>
                  <a:lnTo>
                    <a:pt x="9119883" y="1348632"/>
                  </a:lnTo>
                  <a:lnTo>
                    <a:pt x="9075265" y="1364612"/>
                  </a:lnTo>
                  <a:lnTo>
                    <a:pt x="9029197" y="1376189"/>
                  </a:lnTo>
                  <a:lnTo>
                    <a:pt x="8981998" y="1383232"/>
                  </a:lnTo>
                  <a:lnTo>
                    <a:pt x="8933985" y="13856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99587" y="5570283"/>
              <a:ext cx="8943973" cy="9429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16000" y="1945354"/>
            <a:ext cx="6919595" cy="2549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100"/>
              </a:spcBef>
            </a:pP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define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some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conditions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tabLst>
                <a:tab pos="1656080" algn="l"/>
              </a:tabLst>
            </a:pP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SELECT</a:t>
            </a:r>
            <a:r>
              <a:rPr sz="3200" b="1" dirty="0">
                <a:solidFill>
                  <a:srgbClr val="A69EF1"/>
                </a:solidFill>
                <a:latin typeface="Arial"/>
                <a:cs typeface="Arial"/>
              </a:rPr>
              <a:t>	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col1,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col2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70" dirty="0">
                <a:solidFill>
                  <a:srgbClr val="A69EF1"/>
                </a:solidFill>
                <a:latin typeface="Arial"/>
                <a:cs typeface="Arial"/>
              </a:rPr>
              <a:t>FROM</a:t>
            </a: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spc="-120" dirty="0">
                <a:solidFill>
                  <a:srgbClr val="A69EF1"/>
                </a:solidFill>
                <a:latin typeface="Arial"/>
                <a:cs typeface="Arial"/>
              </a:rPr>
              <a:t>WHERE</a:t>
            </a:r>
            <a:r>
              <a:rPr sz="3200" b="1" spc="-9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conditions;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1954626"/>
            <a:ext cx="14401800" cy="5473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0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Operators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WHERE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9950"/>
              </a:lnSpc>
              <a:spcBef>
                <a:spcPts val="1185"/>
              </a:spcBef>
            </a:pPr>
            <a:r>
              <a:rPr sz="2800" b="1" spc="-70" dirty="0">
                <a:solidFill>
                  <a:srgbClr val="17D9FF"/>
                </a:solidFill>
                <a:latin typeface="Arial"/>
                <a:cs typeface="Arial"/>
              </a:rPr>
              <a:t>Arithmetic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17D9FF"/>
                </a:solidFill>
                <a:latin typeface="Arial"/>
                <a:cs typeface="Arial"/>
              </a:rPr>
              <a:t>Operators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17D9FF"/>
                </a:solidFill>
                <a:latin typeface="Arial"/>
                <a:cs typeface="Arial"/>
              </a:rPr>
              <a:t>: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+(addition)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8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235" dirty="0">
                <a:solidFill>
                  <a:srgbClr val="FFFFFF"/>
                </a:solidFill>
                <a:latin typeface="Arial"/>
                <a:cs typeface="Arial"/>
              </a:rPr>
              <a:t>-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(subtraction),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*(multiplication),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/(division),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%(modulus) </a:t>
            </a:r>
            <a:r>
              <a:rPr sz="2800" b="1" spc="-140" dirty="0">
                <a:solidFill>
                  <a:srgbClr val="17D9FF"/>
                </a:solidFill>
                <a:latin typeface="Arial"/>
                <a:cs typeface="Arial"/>
              </a:rPr>
              <a:t>Comparison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17D9FF"/>
                </a:solidFill>
                <a:latin typeface="Arial"/>
                <a:cs typeface="Arial"/>
              </a:rPr>
              <a:t>Operators</a:t>
            </a:r>
            <a:r>
              <a:rPr sz="2800" b="1" spc="-10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17D9FF"/>
                </a:solidFill>
                <a:latin typeface="Arial"/>
                <a:cs typeface="Arial"/>
              </a:rPr>
              <a:t>: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8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(equal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to),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!=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(not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equal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to),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&gt;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8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65" dirty="0">
                <a:solidFill>
                  <a:srgbClr val="FFFFFF"/>
                </a:solidFill>
                <a:latin typeface="Arial"/>
                <a:cs typeface="Arial"/>
              </a:rPr>
              <a:t>&gt;=,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60" dirty="0">
                <a:solidFill>
                  <a:srgbClr val="FFFFFF"/>
                </a:solidFill>
                <a:latin typeface="Arial"/>
                <a:cs typeface="Arial"/>
              </a:rPr>
              <a:t>&lt;,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35" dirty="0">
                <a:solidFill>
                  <a:srgbClr val="FFFFFF"/>
                </a:solidFill>
                <a:latin typeface="Arial"/>
                <a:cs typeface="Arial"/>
              </a:rPr>
              <a:t>&lt;=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30"/>
              </a:spcBef>
            </a:pP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sz="2800" b="1" spc="-170" dirty="0">
                <a:solidFill>
                  <a:srgbClr val="17D9FF"/>
                </a:solidFill>
                <a:latin typeface="Arial"/>
                <a:cs typeface="Arial"/>
              </a:rPr>
              <a:t>Logical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17D9FF"/>
                </a:solidFill>
                <a:latin typeface="Arial"/>
                <a:cs typeface="Arial"/>
              </a:rPr>
              <a:t>Operators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17D9FF"/>
                </a:solidFill>
                <a:latin typeface="Arial"/>
                <a:cs typeface="Arial"/>
              </a:rPr>
              <a:t>:</a:t>
            </a:r>
            <a:r>
              <a:rPr sz="2800" b="1" spc="-8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AND,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4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85" dirty="0">
                <a:solidFill>
                  <a:srgbClr val="FFFFFF"/>
                </a:solidFill>
                <a:latin typeface="Arial"/>
                <a:cs typeface="Arial"/>
              </a:rPr>
              <a:t>,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NOT,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IN,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BETWEEN,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80" dirty="0">
                <a:solidFill>
                  <a:srgbClr val="FFFFFF"/>
                </a:solidFill>
                <a:latin typeface="Arial"/>
                <a:cs typeface="Arial"/>
              </a:rPr>
              <a:t>ALL,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LIKE,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5"/>
              </a:spcBef>
            </a:pPr>
            <a:r>
              <a:rPr sz="2800" b="1" spc="-140" dirty="0">
                <a:solidFill>
                  <a:srgbClr val="17D9FF"/>
                </a:solidFill>
                <a:latin typeface="Arial"/>
                <a:cs typeface="Arial"/>
              </a:rPr>
              <a:t>Bitwise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17D9FF"/>
                </a:solidFill>
                <a:latin typeface="Arial"/>
                <a:cs typeface="Arial"/>
              </a:rPr>
              <a:t>Operators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17D9FF"/>
                </a:solidFill>
                <a:latin typeface="Arial"/>
                <a:cs typeface="Arial"/>
              </a:rPr>
              <a:t>:</a:t>
            </a:r>
            <a:r>
              <a:rPr sz="2800" b="1" spc="-8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(Bitwise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AND),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6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(Bitwise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OR)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027106" y="1059177"/>
            <a:ext cx="336486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6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Where</a:t>
            </a:r>
            <a:r>
              <a:rPr u="heavy" spc="-2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Clause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2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Operators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9806" y="3075414"/>
            <a:ext cx="13200380" cy="748030"/>
            <a:chOff x="1039806" y="3075414"/>
            <a:chExt cx="13200380" cy="748030"/>
          </a:xfrm>
        </p:grpSpPr>
        <p:sp>
          <p:nvSpPr>
            <p:cNvPr id="4" name="object 4"/>
            <p:cNvSpPr/>
            <p:nvPr/>
          </p:nvSpPr>
          <p:spPr>
            <a:xfrm>
              <a:off x="1039806" y="3075414"/>
              <a:ext cx="13200380" cy="748030"/>
            </a:xfrm>
            <a:custGeom>
              <a:avLst/>
              <a:gdLst/>
              <a:ahLst/>
              <a:cxnLst/>
              <a:rect l="l" t="t" r="r" b="b"/>
              <a:pathLst>
                <a:path w="13200380" h="748029">
                  <a:moveTo>
                    <a:pt x="12826256" y="747972"/>
                  </a:moveTo>
                  <a:lnTo>
                    <a:pt x="373986" y="747972"/>
                  </a:lnTo>
                  <a:lnTo>
                    <a:pt x="324827" y="744728"/>
                  </a:lnTo>
                  <a:lnTo>
                    <a:pt x="276927" y="735159"/>
                  </a:lnTo>
                  <a:lnTo>
                    <a:pt x="230867" y="719504"/>
                  </a:lnTo>
                  <a:lnTo>
                    <a:pt x="187228" y="698004"/>
                  </a:lnTo>
                  <a:lnTo>
                    <a:pt x="146591" y="670900"/>
                  </a:lnTo>
                  <a:lnTo>
                    <a:pt x="109537" y="638433"/>
                  </a:lnTo>
                  <a:lnTo>
                    <a:pt x="77071" y="601380"/>
                  </a:lnTo>
                  <a:lnTo>
                    <a:pt x="49967" y="560743"/>
                  </a:lnTo>
                  <a:lnTo>
                    <a:pt x="28467" y="517104"/>
                  </a:lnTo>
                  <a:lnTo>
                    <a:pt x="12812" y="471044"/>
                  </a:lnTo>
                  <a:lnTo>
                    <a:pt x="3243" y="423144"/>
                  </a:lnTo>
                  <a:lnTo>
                    <a:pt x="0" y="373986"/>
                  </a:lnTo>
                  <a:lnTo>
                    <a:pt x="3243" y="324827"/>
                  </a:lnTo>
                  <a:lnTo>
                    <a:pt x="12812" y="276928"/>
                  </a:lnTo>
                  <a:lnTo>
                    <a:pt x="28467" y="230867"/>
                  </a:lnTo>
                  <a:lnTo>
                    <a:pt x="49967" y="187228"/>
                  </a:lnTo>
                  <a:lnTo>
                    <a:pt x="77071" y="146591"/>
                  </a:lnTo>
                  <a:lnTo>
                    <a:pt x="109537" y="109537"/>
                  </a:lnTo>
                  <a:lnTo>
                    <a:pt x="146591" y="77071"/>
                  </a:lnTo>
                  <a:lnTo>
                    <a:pt x="187228" y="49967"/>
                  </a:lnTo>
                  <a:lnTo>
                    <a:pt x="230867" y="28468"/>
                  </a:lnTo>
                  <a:lnTo>
                    <a:pt x="276927" y="12812"/>
                  </a:lnTo>
                  <a:lnTo>
                    <a:pt x="324827" y="3243"/>
                  </a:lnTo>
                  <a:lnTo>
                    <a:pt x="373986" y="0"/>
                  </a:lnTo>
                  <a:lnTo>
                    <a:pt x="12826256" y="0"/>
                  </a:lnTo>
                  <a:lnTo>
                    <a:pt x="12875414" y="3243"/>
                  </a:lnTo>
                  <a:lnTo>
                    <a:pt x="12923314" y="12812"/>
                  </a:lnTo>
                  <a:lnTo>
                    <a:pt x="12969374" y="28468"/>
                  </a:lnTo>
                  <a:lnTo>
                    <a:pt x="13013013" y="49967"/>
                  </a:lnTo>
                  <a:lnTo>
                    <a:pt x="13053651" y="77071"/>
                  </a:lnTo>
                  <a:lnTo>
                    <a:pt x="13090704" y="109537"/>
                  </a:lnTo>
                  <a:lnTo>
                    <a:pt x="13123171" y="146591"/>
                  </a:lnTo>
                  <a:lnTo>
                    <a:pt x="13150274" y="187228"/>
                  </a:lnTo>
                  <a:lnTo>
                    <a:pt x="13171774" y="230867"/>
                  </a:lnTo>
                  <a:lnTo>
                    <a:pt x="13187429" y="276928"/>
                  </a:lnTo>
                  <a:lnTo>
                    <a:pt x="13196999" y="324827"/>
                  </a:lnTo>
                  <a:lnTo>
                    <a:pt x="13200242" y="373986"/>
                  </a:lnTo>
                  <a:lnTo>
                    <a:pt x="13196999" y="423144"/>
                  </a:lnTo>
                  <a:lnTo>
                    <a:pt x="13187429" y="471044"/>
                  </a:lnTo>
                  <a:lnTo>
                    <a:pt x="13171774" y="517104"/>
                  </a:lnTo>
                  <a:lnTo>
                    <a:pt x="13150274" y="560743"/>
                  </a:lnTo>
                  <a:lnTo>
                    <a:pt x="13123171" y="601380"/>
                  </a:lnTo>
                  <a:lnTo>
                    <a:pt x="13090704" y="638433"/>
                  </a:lnTo>
                  <a:lnTo>
                    <a:pt x="13053651" y="670900"/>
                  </a:lnTo>
                  <a:lnTo>
                    <a:pt x="13013013" y="698004"/>
                  </a:lnTo>
                  <a:lnTo>
                    <a:pt x="12969374" y="719504"/>
                  </a:lnTo>
                  <a:lnTo>
                    <a:pt x="12923314" y="735159"/>
                  </a:lnTo>
                  <a:lnTo>
                    <a:pt x="12875414" y="744728"/>
                  </a:lnTo>
                  <a:lnTo>
                    <a:pt x="12826256" y="747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24285" y="3208817"/>
              <a:ext cx="12830174" cy="485774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1039806" y="5714416"/>
            <a:ext cx="13016230" cy="748030"/>
            <a:chOff x="1039806" y="5714416"/>
            <a:chExt cx="13016230" cy="748030"/>
          </a:xfrm>
        </p:grpSpPr>
        <p:sp>
          <p:nvSpPr>
            <p:cNvPr id="7" name="object 7"/>
            <p:cNvSpPr/>
            <p:nvPr/>
          </p:nvSpPr>
          <p:spPr>
            <a:xfrm>
              <a:off x="1039806" y="5714416"/>
              <a:ext cx="13016230" cy="748030"/>
            </a:xfrm>
            <a:custGeom>
              <a:avLst/>
              <a:gdLst/>
              <a:ahLst/>
              <a:cxnLst/>
              <a:rect l="l" t="t" r="r" b="b"/>
              <a:pathLst>
                <a:path w="13016230" h="748029">
                  <a:moveTo>
                    <a:pt x="12641776" y="747972"/>
                  </a:moveTo>
                  <a:lnTo>
                    <a:pt x="373985" y="747972"/>
                  </a:lnTo>
                  <a:lnTo>
                    <a:pt x="324827" y="744728"/>
                  </a:lnTo>
                  <a:lnTo>
                    <a:pt x="276927" y="735159"/>
                  </a:lnTo>
                  <a:lnTo>
                    <a:pt x="230867" y="719504"/>
                  </a:lnTo>
                  <a:lnTo>
                    <a:pt x="187228" y="698004"/>
                  </a:lnTo>
                  <a:lnTo>
                    <a:pt x="146591" y="670900"/>
                  </a:lnTo>
                  <a:lnTo>
                    <a:pt x="109537" y="638434"/>
                  </a:lnTo>
                  <a:lnTo>
                    <a:pt x="77071" y="601380"/>
                  </a:lnTo>
                  <a:lnTo>
                    <a:pt x="49967" y="560743"/>
                  </a:lnTo>
                  <a:lnTo>
                    <a:pt x="28467" y="517104"/>
                  </a:lnTo>
                  <a:lnTo>
                    <a:pt x="12812" y="471044"/>
                  </a:lnTo>
                  <a:lnTo>
                    <a:pt x="3243" y="423144"/>
                  </a:lnTo>
                  <a:lnTo>
                    <a:pt x="0" y="373985"/>
                  </a:lnTo>
                  <a:lnTo>
                    <a:pt x="3243" y="324827"/>
                  </a:lnTo>
                  <a:lnTo>
                    <a:pt x="12812" y="276927"/>
                  </a:lnTo>
                  <a:lnTo>
                    <a:pt x="28467" y="230867"/>
                  </a:lnTo>
                  <a:lnTo>
                    <a:pt x="49967" y="187228"/>
                  </a:lnTo>
                  <a:lnTo>
                    <a:pt x="77071" y="146591"/>
                  </a:lnTo>
                  <a:lnTo>
                    <a:pt x="109537" y="109537"/>
                  </a:lnTo>
                  <a:lnTo>
                    <a:pt x="146591" y="77071"/>
                  </a:lnTo>
                  <a:lnTo>
                    <a:pt x="187228" y="49967"/>
                  </a:lnTo>
                  <a:lnTo>
                    <a:pt x="230867" y="28467"/>
                  </a:lnTo>
                  <a:lnTo>
                    <a:pt x="276927" y="12812"/>
                  </a:lnTo>
                  <a:lnTo>
                    <a:pt x="324827" y="3243"/>
                  </a:lnTo>
                  <a:lnTo>
                    <a:pt x="373985" y="0"/>
                  </a:lnTo>
                  <a:lnTo>
                    <a:pt x="12641776" y="0"/>
                  </a:lnTo>
                  <a:lnTo>
                    <a:pt x="12690934" y="3243"/>
                  </a:lnTo>
                  <a:lnTo>
                    <a:pt x="12738833" y="12812"/>
                  </a:lnTo>
                  <a:lnTo>
                    <a:pt x="12784893" y="28467"/>
                  </a:lnTo>
                  <a:lnTo>
                    <a:pt x="12828533" y="49967"/>
                  </a:lnTo>
                  <a:lnTo>
                    <a:pt x="12869170" y="77071"/>
                  </a:lnTo>
                  <a:lnTo>
                    <a:pt x="12906224" y="109537"/>
                  </a:lnTo>
                  <a:lnTo>
                    <a:pt x="12938690" y="146591"/>
                  </a:lnTo>
                  <a:lnTo>
                    <a:pt x="12965794" y="187228"/>
                  </a:lnTo>
                  <a:lnTo>
                    <a:pt x="12987293" y="230867"/>
                  </a:lnTo>
                  <a:lnTo>
                    <a:pt x="13002948" y="276927"/>
                  </a:lnTo>
                  <a:lnTo>
                    <a:pt x="13012518" y="324827"/>
                  </a:lnTo>
                  <a:lnTo>
                    <a:pt x="13015761" y="373985"/>
                  </a:lnTo>
                  <a:lnTo>
                    <a:pt x="13012518" y="423144"/>
                  </a:lnTo>
                  <a:lnTo>
                    <a:pt x="13002948" y="471044"/>
                  </a:lnTo>
                  <a:lnTo>
                    <a:pt x="12987293" y="517104"/>
                  </a:lnTo>
                  <a:lnTo>
                    <a:pt x="12965794" y="560743"/>
                  </a:lnTo>
                  <a:lnTo>
                    <a:pt x="12938690" y="601380"/>
                  </a:lnTo>
                  <a:lnTo>
                    <a:pt x="12906224" y="638434"/>
                  </a:lnTo>
                  <a:lnTo>
                    <a:pt x="12869170" y="670900"/>
                  </a:lnTo>
                  <a:lnTo>
                    <a:pt x="12828533" y="698004"/>
                  </a:lnTo>
                  <a:lnTo>
                    <a:pt x="12784893" y="719504"/>
                  </a:lnTo>
                  <a:lnTo>
                    <a:pt x="12738833" y="735159"/>
                  </a:lnTo>
                  <a:lnTo>
                    <a:pt x="12690934" y="744728"/>
                  </a:lnTo>
                  <a:lnTo>
                    <a:pt x="12641776" y="74797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4285" y="5847816"/>
              <a:ext cx="12658724" cy="485774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1027106" y="2323607"/>
            <a:ext cx="71088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25" dirty="0">
                <a:solidFill>
                  <a:srgbClr val="17D9FF"/>
                </a:solidFill>
                <a:latin typeface="Arial"/>
                <a:cs typeface="Arial"/>
              </a:rPr>
              <a:t>AND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(to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check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both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conditions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true)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38212" y="4829259"/>
            <a:ext cx="77177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4" dirty="0">
                <a:solidFill>
                  <a:srgbClr val="17D9FF"/>
                </a:solidFill>
                <a:latin typeface="Arial"/>
                <a:cs typeface="Arial"/>
              </a:rPr>
              <a:t>OR</a:t>
            </a:r>
            <a:r>
              <a:rPr sz="2800" b="1" spc="-10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(to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check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conditions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true)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699" y="3241705"/>
            <a:ext cx="12917805" cy="718185"/>
            <a:chOff x="1028699" y="3241705"/>
            <a:chExt cx="12917805" cy="718185"/>
          </a:xfrm>
        </p:grpSpPr>
        <p:sp>
          <p:nvSpPr>
            <p:cNvPr id="3" name="object 3"/>
            <p:cNvSpPr/>
            <p:nvPr/>
          </p:nvSpPr>
          <p:spPr>
            <a:xfrm>
              <a:off x="1028699" y="3241705"/>
              <a:ext cx="12917805" cy="718185"/>
            </a:xfrm>
            <a:custGeom>
              <a:avLst/>
              <a:gdLst/>
              <a:ahLst/>
              <a:cxnLst/>
              <a:rect l="l" t="t" r="r" b="b"/>
              <a:pathLst>
                <a:path w="12917805" h="718185">
                  <a:moveTo>
                    <a:pt x="12558419" y="717853"/>
                  </a:moveTo>
                  <a:lnTo>
                    <a:pt x="358926" y="717853"/>
                  </a:lnTo>
                  <a:lnTo>
                    <a:pt x="310222" y="714576"/>
                  </a:lnTo>
                  <a:lnTo>
                    <a:pt x="263509" y="705032"/>
                  </a:lnTo>
                  <a:lnTo>
                    <a:pt x="219216" y="689647"/>
                  </a:lnTo>
                  <a:lnTo>
                    <a:pt x="177769" y="668849"/>
                  </a:lnTo>
                  <a:lnTo>
                    <a:pt x="139597" y="643066"/>
                  </a:lnTo>
                  <a:lnTo>
                    <a:pt x="105127" y="612726"/>
                  </a:lnTo>
                  <a:lnTo>
                    <a:pt x="74786" y="578256"/>
                  </a:lnTo>
                  <a:lnTo>
                    <a:pt x="49004" y="540083"/>
                  </a:lnTo>
                  <a:lnTo>
                    <a:pt x="28206" y="498637"/>
                  </a:lnTo>
                  <a:lnTo>
                    <a:pt x="12821" y="454343"/>
                  </a:lnTo>
                  <a:lnTo>
                    <a:pt x="3276" y="407630"/>
                  </a:lnTo>
                  <a:lnTo>
                    <a:pt x="0" y="358926"/>
                  </a:lnTo>
                  <a:lnTo>
                    <a:pt x="3276" y="310222"/>
                  </a:lnTo>
                  <a:lnTo>
                    <a:pt x="12821" y="263509"/>
                  </a:lnTo>
                  <a:lnTo>
                    <a:pt x="28206" y="219216"/>
                  </a:lnTo>
                  <a:lnTo>
                    <a:pt x="49004" y="177769"/>
                  </a:lnTo>
                  <a:lnTo>
                    <a:pt x="74786" y="139597"/>
                  </a:lnTo>
                  <a:lnTo>
                    <a:pt x="105127" y="105127"/>
                  </a:lnTo>
                  <a:lnTo>
                    <a:pt x="139597" y="74786"/>
                  </a:lnTo>
                  <a:lnTo>
                    <a:pt x="177769" y="49003"/>
                  </a:lnTo>
                  <a:lnTo>
                    <a:pt x="219216" y="28206"/>
                  </a:lnTo>
                  <a:lnTo>
                    <a:pt x="263509" y="12821"/>
                  </a:lnTo>
                  <a:lnTo>
                    <a:pt x="310222" y="3276"/>
                  </a:lnTo>
                  <a:lnTo>
                    <a:pt x="358926" y="0"/>
                  </a:lnTo>
                  <a:lnTo>
                    <a:pt x="12558419" y="0"/>
                  </a:lnTo>
                  <a:lnTo>
                    <a:pt x="12607124" y="3276"/>
                  </a:lnTo>
                  <a:lnTo>
                    <a:pt x="12653836" y="12821"/>
                  </a:lnTo>
                  <a:lnTo>
                    <a:pt x="12698130" y="28206"/>
                  </a:lnTo>
                  <a:lnTo>
                    <a:pt x="12739577" y="49003"/>
                  </a:lnTo>
                  <a:lnTo>
                    <a:pt x="12777749" y="74786"/>
                  </a:lnTo>
                  <a:lnTo>
                    <a:pt x="12812219" y="105127"/>
                  </a:lnTo>
                  <a:lnTo>
                    <a:pt x="12842560" y="139597"/>
                  </a:lnTo>
                  <a:lnTo>
                    <a:pt x="12868343" y="177769"/>
                  </a:lnTo>
                  <a:lnTo>
                    <a:pt x="12889140" y="219216"/>
                  </a:lnTo>
                  <a:lnTo>
                    <a:pt x="12904525" y="263509"/>
                  </a:lnTo>
                  <a:lnTo>
                    <a:pt x="12914070" y="310222"/>
                  </a:lnTo>
                  <a:lnTo>
                    <a:pt x="12917347" y="358926"/>
                  </a:lnTo>
                  <a:lnTo>
                    <a:pt x="12914070" y="407630"/>
                  </a:lnTo>
                  <a:lnTo>
                    <a:pt x="12904525" y="454343"/>
                  </a:lnTo>
                  <a:lnTo>
                    <a:pt x="12889140" y="498637"/>
                  </a:lnTo>
                  <a:lnTo>
                    <a:pt x="12868343" y="540083"/>
                  </a:lnTo>
                  <a:lnTo>
                    <a:pt x="12842560" y="578256"/>
                  </a:lnTo>
                  <a:lnTo>
                    <a:pt x="12812219" y="612726"/>
                  </a:lnTo>
                  <a:lnTo>
                    <a:pt x="12777749" y="643066"/>
                  </a:lnTo>
                  <a:lnTo>
                    <a:pt x="12739577" y="668849"/>
                  </a:lnTo>
                  <a:lnTo>
                    <a:pt x="12698130" y="689647"/>
                  </a:lnTo>
                  <a:lnTo>
                    <a:pt x="12653836" y="705032"/>
                  </a:lnTo>
                  <a:lnTo>
                    <a:pt x="12607124" y="714576"/>
                  </a:lnTo>
                  <a:lnTo>
                    <a:pt x="12558419" y="7178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8772" y="3334999"/>
              <a:ext cx="12515847" cy="53339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028699" y="5717540"/>
            <a:ext cx="12917805" cy="718185"/>
            <a:chOff x="1028699" y="5717540"/>
            <a:chExt cx="12917805" cy="718185"/>
          </a:xfrm>
        </p:grpSpPr>
        <p:sp>
          <p:nvSpPr>
            <p:cNvPr id="6" name="object 6"/>
            <p:cNvSpPr/>
            <p:nvPr/>
          </p:nvSpPr>
          <p:spPr>
            <a:xfrm>
              <a:off x="1028699" y="5717540"/>
              <a:ext cx="12917805" cy="718185"/>
            </a:xfrm>
            <a:custGeom>
              <a:avLst/>
              <a:gdLst/>
              <a:ahLst/>
              <a:cxnLst/>
              <a:rect l="l" t="t" r="r" b="b"/>
              <a:pathLst>
                <a:path w="12917805" h="718185">
                  <a:moveTo>
                    <a:pt x="12558419" y="717853"/>
                  </a:moveTo>
                  <a:lnTo>
                    <a:pt x="358926" y="717853"/>
                  </a:lnTo>
                  <a:lnTo>
                    <a:pt x="310222" y="714576"/>
                  </a:lnTo>
                  <a:lnTo>
                    <a:pt x="263509" y="705032"/>
                  </a:lnTo>
                  <a:lnTo>
                    <a:pt x="219216" y="689647"/>
                  </a:lnTo>
                  <a:lnTo>
                    <a:pt x="177769" y="668849"/>
                  </a:lnTo>
                  <a:lnTo>
                    <a:pt x="139597" y="643066"/>
                  </a:lnTo>
                  <a:lnTo>
                    <a:pt x="105127" y="612726"/>
                  </a:lnTo>
                  <a:lnTo>
                    <a:pt x="74786" y="578255"/>
                  </a:lnTo>
                  <a:lnTo>
                    <a:pt x="49004" y="540083"/>
                  </a:lnTo>
                  <a:lnTo>
                    <a:pt x="28206" y="498636"/>
                  </a:lnTo>
                  <a:lnTo>
                    <a:pt x="12821" y="454343"/>
                  </a:lnTo>
                  <a:lnTo>
                    <a:pt x="3276" y="407630"/>
                  </a:lnTo>
                  <a:lnTo>
                    <a:pt x="0" y="358926"/>
                  </a:lnTo>
                  <a:lnTo>
                    <a:pt x="3276" y="310222"/>
                  </a:lnTo>
                  <a:lnTo>
                    <a:pt x="12821" y="263509"/>
                  </a:lnTo>
                  <a:lnTo>
                    <a:pt x="28206" y="219215"/>
                  </a:lnTo>
                  <a:lnTo>
                    <a:pt x="49004" y="177769"/>
                  </a:lnTo>
                  <a:lnTo>
                    <a:pt x="74786" y="139597"/>
                  </a:lnTo>
                  <a:lnTo>
                    <a:pt x="105127" y="105127"/>
                  </a:lnTo>
                  <a:lnTo>
                    <a:pt x="139597" y="74786"/>
                  </a:lnTo>
                  <a:lnTo>
                    <a:pt x="177769" y="49003"/>
                  </a:lnTo>
                  <a:lnTo>
                    <a:pt x="219216" y="28206"/>
                  </a:lnTo>
                  <a:lnTo>
                    <a:pt x="263509" y="12821"/>
                  </a:lnTo>
                  <a:lnTo>
                    <a:pt x="310222" y="3276"/>
                  </a:lnTo>
                  <a:lnTo>
                    <a:pt x="358926" y="0"/>
                  </a:lnTo>
                  <a:lnTo>
                    <a:pt x="12558419" y="0"/>
                  </a:lnTo>
                  <a:lnTo>
                    <a:pt x="12607124" y="3276"/>
                  </a:lnTo>
                  <a:lnTo>
                    <a:pt x="12653836" y="12821"/>
                  </a:lnTo>
                  <a:lnTo>
                    <a:pt x="12698130" y="28206"/>
                  </a:lnTo>
                  <a:lnTo>
                    <a:pt x="12739577" y="49003"/>
                  </a:lnTo>
                  <a:lnTo>
                    <a:pt x="12777749" y="74786"/>
                  </a:lnTo>
                  <a:lnTo>
                    <a:pt x="12812219" y="105127"/>
                  </a:lnTo>
                  <a:lnTo>
                    <a:pt x="12842560" y="139597"/>
                  </a:lnTo>
                  <a:lnTo>
                    <a:pt x="12868343" y="177769"/>
                  </a:lnTo>
                  <a:lnTo>
                    <a:pt x="12889140" y="219215"/>
                  </a:lnTo>
                  <a:lnTo>
                    <a:pt x="12904525" y="263509"/>
                  </a:lnTo>
                  <a:lnTo>
                    <a:pt x="12914070" y="310222"/>
                  </a:lnTo>
                  <a:lnTo>
                    <a:pt x="12917347" y="358926"/>
                  </a:lnTo>
                  <a:lnTo>
                    <a:pt x="12914070" y="407630"/>
                  </a:lnTo>
                  <a:lnTo>
                    <a:pt x="12904525" y="454343"/>
                  </a:lnTo>
                  <a:lnTo>
                    <a:pt x="12889140" y="498636"/>
                  </a:lnTo>
                  <a:lnTo>
                    <a:pt x="12868343" y="540083"/>
                  </a:lnTo>
                  <a:lnTo>
                    <a:pt x="12842560" y="578255"/>
                  </a:lnTo>
                  <a:lnTo>
                    <a:pt x="12812219" y="612726"/>
                  </a:lnTo>
                  <a:lnTo>
                    <a:pt x="12777749" y="643066"/>
                  </a:lnTo>
                  <a:lnTo>
                    <a:pt x="12739577" y="668849"/>
                  </a:lnTo>
                  <a:lnTo>
                    <a:pt x="12698130" y="689647"/>
                  </a:lnTo>
                  <a:lnTo>
                    <a:pt x="12653836" y="705032"/>
                  </a:lnTo>
                  <a:lnTo>
                    <a:pt x="12607124" y="714576"/>
                  </a:lnTo>
                  <a:lnTo>
                    <a:pt x="12558419" y="7178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40068" y="5825180"/>
              <a:ext cx="12696824" cy="504824"/>
            </a:xfrm>
            <a:prstGeom prst="rect">
              <a:avLst/>
            </a:prstGeom>
          </p:spPr>
        </p:pic>
      </p:grpSp>
      <p:grpSp>
        <p:nvGrpSpPr>
          <p:cNvPr id="8" name="object 8"/>
          <p:cNvGrpSpPr/>
          <p:nvPr/>
        </p:nvGrpSpPr>
        <p:grpSpPr>
          <a:xfrm>
            <a:off x="1077233" y="8207435"/>
            <a:ext cx="12917805" cy="718185"/>
            <a:chOff x="1077233" y="8207435"/>
            <a:chExt cx="12917805" cy="718185"/>
          </a:xfrm>
        </p:grpSpPr>
        <p:sp>
          <p:nvSpPr>
            <p:cNvPr id="9" name="object 9"/>
            <p:cNvSpPr/>
            <p:nvPr/>
          </p:nvSpPr>
          <p:spPr>
            <a:xfrm>
              <a:off x="1077233" y="8207435"/>
              <a:ext cx="12917805" cy="718185"/>
            </a:xfrm>
            <a:custGeom>
              <a:avLst/>
              <a:gdLst/>
              <a:ahLst/>
              <a:cxnLst/>
              <a:rect l="l" t="t" r="r" b="b"/>
              <a:pathLst>
                <a:path w="12917805" h="718184">
                  <a:moveTo>
                    <a:pt x="12558419" y="717853"/>
                  </a:moveTo>
                  <a:lnTo>
                    <a:pt x="358926" y="717853"/>
                  </a:lnTo>
                  <a:lnTo>
                    <a:pt x="310222" y="714576"/>
                  </a:lnTo>
                  <a:lnTo>
                    <a:pt x="263509" y="705031"/>
                  </a:lnTo>
                  <a:lnTo>
                    <a:pt x="219216" y="689646"/>
                  </a:lnTo>
                  <a:lnTo>
                    <a:pt x="177769" y="668849"/>
                  </a:lnTo>
                  <a:lnTo>
                    <a:pt x="139597" y="643066"/>
                  </a:lnTo>
                  <a:lnTo>
                    <a:pt x="105127" y="612726"/>
                  </a:lnTo>
                  <a:lnTo>
                    <a:pt x="74786" y="578256"/>
                  </a:lnTo>
                  <a:lnTo>
                    <a:pt x="49004" y="540083"/>
                  </a:lnTo>
                  <a:lnTo>
                    <a:pt x="28206" y="498637"/>
                  </a:lnTo>
                  <a:lnTo>
                    <a:pt x="12821" y="454343"/>
                  </a:lnTo>
                  <a:lnTo>
                    <a:pt x="3276" y="407630"/>
                  </a:lnTo>
                  <a:lnTo>
                    <a:pt x="0" y="358926"/>
                  </a:lnTo>
                  <a:lnTo>
                    <a:pt x="3276" y="310222"/>
                  </a:lnTo>
                  <a:lnTo>
                    <a:pt x="12821" y="263509"/>
                  </a:lnTo>
                  <a:lnTo>
                    <a:pt x="28206" y="219216"/>
                  </a:lnTo>
                  <a:lnTo>
                    <a:pt x="49004" y="177769"/>
                  </a:lnTo>
                  <a:lnTo>
                    <a:pt x="74786" y="139597"/>
                  </a:lnTo>
                  <a:lnTo>
                    <a:pt x="105127" y="105127"/>
                  </a:lnTo>
                  <a:lnTo>
                    <a:pt x="139597" y="74786"/>
                  </a:lnTo>
                  <a:lnTo>
                    <a:pt x="177769" y="49004"/>
                  </a:lnTo>
                  <a:lnTo>
                    <a:pt x="219216" y="28206"/>
                  </a:lnTo>
                  <a:lnTo>
                    <a:pt x="263509" y="12821"/>
                  </a:lnTo>
                  <a:lnTo>
                    <a:pt x="310222" y="3276"/>
                  </a:lnTo>
                  <a:lnTo>
                    <a:pt x="358926" y="0"/>
                  </a:lnTo>
                  <a:lnTo>
                    <a:pt x="12558419" y="0"/>
                  </a:lnTo>
                  <a:lnTo>
                    <a:pt x="12607123" y="3276"/>
                  </a:lnTo>
                  <a:lnTo>
                    <a:pt x="12653836" y="12821"/>
                  </a:lnTo>
                  <a:lnTo>
                    <a:pt x="12698129" y="28206"/>
                  </a:lnTo>
                  <a:lnTo>
                    <a:pt x="12739576" y="49004"/>
                  </a:lnTo>
                  <a:lnTo>
                    <a:pt x="12777748" y="74786"/>
                  </a:lnTo>
                  <a:lnTo>
                    <a:pt x="12812219" y="105127"/>
                  </a:lnTo>
                  <a:lnTo>
                    <a:pt x="12842559" y="139597"/>
                  </a:lnTo>
                  <a:lnTo>
                    <a:pt x="12868342" y="177769"/>
                  </a:lnTo>
                  <a:lnTo>
                    <a:pt x="12889140" y="219216"/>
                  </a:lnTo>
                  <a:lnTo>
                    <a:pt x="12904525" y="263509"/>
                  </a:lnTo>
                  <a:lnTo>
                    <a:pt x="12914069" y="310222"/>
                  </a:lnTo>
                  <a:lnTo>
                    <a:pt x="12917346" y="358926"/>
                  </a:lnTo>
                  <a:lnTo>
                    <a:pt x="12914069" y="407630"/>
                  </a:lnTo>
                  <a:lnTo>
                    <a:pt x="12904525" y="454343"/>
                  </a:lnTo>
                  <a:lnTo>
                    <a:pt x="12889140" y="498637"/>
                  </a:lnTo>
                  <a:lnTo>
                    <a:pt x="12868342" y="540083"/>
                  </a:lnTo>
                  <a:lnTo>
                    <a:pt x="12842559" y="578256"/>
                  </a:lnTo>
                  <a:lnTo>
                    <a:pt x="12812219" y="612726"/>
                  </a:lnTo>
                  <a:lnTo>
                    <a:pt x="12777748" y="643066"/>
                  </a:lnTo>
                  <a:lnTo>
                    <a:pt x="12739576" y="668849"/>
                  </a:lnTo>
                  <a:lnTo>
                    <a:pt x="12698129" y="689646"/>
                  </a:lnTo>
                  <a:lnTo>
                    <a:pt x="12653836" y="705031"/>
                  </a:lnTo>
                  <a:lnTo>
                    <a:pt x="12607123" y="714576"/>
                  </a:lnTo>
                  <a:lnTo>
                    <a:pt x="12558419" y="7178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" name="object 1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88601" y="8332558"/>
              <a:ext cx="12696824" cy="466724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1027106" y="2395012"/>
            <a:ext cx="54762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30" dirty="0">
                <a:solidFill>
                  <a:srgbClr val="17D9FF"/>
                </a:solidFill>
                <a:latin typeface="Arial"/>
                <a:cs typeface="Arial"/>
              </a:rPr>
              <a:t>Between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55" dirty="0">
                <a:solidFill>
                  <a:srgbClr val="FFFFFF"/>
                </a:solidFill>
                <a:latin typeface="Arial"/>
                <a:cs typeface="Arial"/>
              </a:rPr>
              <a:t>(selects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for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range)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4294967295"/>
          </p:nvPr>
        </p:nvSpPr>
        <p:spPr>
          <a:xfrm>
            <a:off x="12592602" y="7264489"/>
            <a:ext cx="5281804" cy="2693670"/>
          </a:xfrm>
          <a:prstGeom prst="rect">
            <a:avLst/>
          </a:prstGeom>
        </p:spPr>
        <p:txBody>
          <a:bodyPr vert="horz" wrap="square" lIns="0" tIns="201031" rIns="0" bIns="0" rtlCol="0">
            <a:spAutoFit/>
          </a:bodyPr>
          <a:lstStyle/>
          <a:p>
            <a:pPr marL="344170" marR="5080" indent="725805">
              <a:lnSpc>
                <a:spcPts val="8880"/>
              </a:lnSpc>
              <a:spcBef>
                <a:spcPts val="1055"/>
              </a:spcBef>
            </a:pPr>
            <a:r>
              <a:rPr spc="-810" dirty="0">
                <a:solidFill>
                  <a:srgbClr val="F2F2F2"/>
                </a:solidFill>
              </a:rPr>
              <a:t>A</a:t>
            </a:r>
            <a:r>
              <a:rPr spc="-885" dirty="0">
                <a:solidFill>
                  <a:srgbClr val="F2F2F2"/>
                </a:solidFill>
              </a:rPr>
              <a:t>P</a:t>
            </a:r>
            <a:r>
              <a:rPr spc="-835" dirty="0">
                <a:solidFill>
                  <a:srgbClr val="F2F2F2"/>
                </a:solidFill>
              </a:rPr>
              <a:t>N</a:t>
            </a:r>
            <a:r>
              <a:rPr spc="-185" dirty="0">
                <a:solidFill>
                  <a:srgbClr val="F2F2F2"/>
                </a:solidFill>
              </a:rPr>
              <a:t>A</a:t>
            </a:r>
            <a:r>
              <a:rPr spc="-680" dirty="0">
                <a:solidFill>
                  <a:srgbClr val="F2F2F2"/>
                </a:solidFill>
              </a:rPr>
              <a:t> </a:t>
            </a:r>
            <a:r>
              <a:rPr spc="-969" dirty="0"/>
              <a:t>C</a:t>
            </a:r>
            <a:r>
              <a:rPr spc="-975" dirty="0"/>
              <a:t>O</a:t>
            </a:r>
            <a:r>
              <a:rPr spc="-1080" dirty="0"/>
              <a:t>LL</a:t>
            </a:r>
            <a:r>
              <a:rPr spc="-1110" dirty="0"/>
              <a:t>E</a:t>
            </a:r>
            <a:r>
              <a:rPr spc="-980" dirty="0"/>
              <a:t>G</a:t>
            </a:r>
            <a:r>
              <a:rPr spc="-360" dirty="0"/>
              <a:t>E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16000" y="7395795"/>
            <a:ext cx="5612130" cy="4527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80"/>
              </a:lnSpc>
            </a:pPr>
            <a:r>
              <a:rPr sz="2800" b="1" spc="-85" dirty="0">
                <a:solidFill>
                  <a:srgbClr val="17D9FF"/>
                </a:solidFill>
                <a:latin typeface="Arial"/>
                <a:cs typeface="Arial"/>
              </a:rPr>
              <a:t>NOT</a:t>
            </a:r>
            <a:r>
              <a:rPr sz="2800" b="1" spc="-9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(to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negate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0" dirty="0">
                <a:solidFill>
                  <a:srgbClr val="FFFFFF"/>
                </a:solidFill>
                <a:latin typeface="Arial"/>
                <a:cs typeface="Arial"/>
              </a:rPr>
              <a:t>given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condition)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16000" y="4870481"/>
            <a:ext cx="508762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dirty="0">
                <a:solidFill>
                  <a:srgbClr val="17D9FF"/>
                </a:solidFill>
                <a:latin typeface="Arial"/>
                <a:cs typeface="Arial"/>
              </a:rPr>
              <a:t>In</a:t>
            </a:r>
            <a:r>
              <a:rPr sz="2800" b="1" spc="-11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(matches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any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value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list)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2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Operators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0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Limit</a:t>
            </a:r>
            <a:r>
              <a:rPr u="heavy" spc="-18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0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Clause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700" y="3263431"/>
            <a:ext cx="8486140" cy="718185"/>
            <a:chOff x="1028700" y="3263431"/>
            <a:chExt cx="8486140" cy="718185"/>
          </a:xfrm>
        </p:grpSpPr>
        <p:sp>
          <p:nvSpPr>
            <p:cNvPr id="4" name="object 4"/>
            <p:cNvSpPr/>
            <p:nvPr/>
          </p:nvSpPr>
          <p:spPr>
            <a:xfrm>
              <a:off x="1028700" y="3263431"/>
              <a:ext cx="8486140" cy="718185"/>
            </a:xfrm>
            <a:custGeom>
              <a:avLst/>
              <a:gdLst/>
              <a:ahLst/>
              <a:cxnLst/>
              <a:rect l="l" t="t" r="r" b="b"/>
              <a:pathLst>
                <a:path w="8486140" h="718185">
                  <a:moveTo>
                    <a:pt x="8126695" y="717853"/>
                  </a:moveTo>
                  <a:lnTo>
                    <a:pt x="358926" y="717853"/>
                  </a:lnTo>
                  <a:lnTo>
                    <a:pt x="310222" y="714576"/>
                  </a:lnTo>
                  <a:lnTo>
                    <a:pt x="263509" y="705032"/>
                  </a:lnTo>
                  <a:lnTo>
                    <a:pt x="219216" y="689647"/>
                  </a:lnTo>
                  <a:lnTo>
                    <a:pt x="177769" y="668849"/>
                  </a:lnTo>
                  <a:lnTo>
                    <a:pt x="139597" y="643066"/>
                  </a:lnTo>
                  <a:lnTo>
                    <a:pt x="105127" y="612726"/>
                  </a:lnTo>
                  <a:lnTo>
                    <a:pt x="74786" y="578256"/>
                  </a:lnTo>
                  <a:lnTo>
                    <a:pt x="49004" y="540083"/>
                  </a:lnTo>
                  <a:lnTo>
                    <a:pt x="28206" y="498637"/>
                  </a:lnTo>
                  <a:lnTo>
                    <a:pt x="12821" y="454343"/>
                  </a:lnTo>
                  <a:lnTo>
                    <a:pt x="3276" y="407630"/>
                  </a:lnTo>
                  <a:lnTo>
                    <a:pt x="0" y="358926"/>
                  </a:lnTo>
                  <a:lnTo>
                    <a:pt x="3276" y="310222"/>
                  </a:lnTo>
                  <a:lnTo>
                    <a:pt x="12821" y="263509"/>
                  </a:lnTo>
                  <a:lnTo>
                    <a:pt x="28206" y="219216"/>
                  </a:lnTo>
                  <a:lnTo>
                    <a:pt x="49004" y="177769"/>
                  </a:lnTo>
                  <a:lnTo>
                    <a:pt x="74786" y="139597"/>
                  </a:lnTo>
                  <a:lnTo>
                    <a:pt x="105127" y="105127"/>
                  </a:lnTo>
                  <a:lnTo>
                    <a:pt x="139597" y="74786"/>
                  </a:lnTo>
                  <a:lnTo>
                    <a:pt x="177769" y="49003"/>
                  </a:lnTo>
                  <a:lnTo>
                    <a:pt x="219216" y="28206"/>
                  </a:lnTo>
                  <a:lnTo>
                    <a:pt x="263509" y="12821"/>
                  </a:lnTo>
                  <a:lnTo>
                    <a:pt x="310222" y="3276"/>
                  </a:lnTo>
                  <a:lnTo>
                    <a:pt x="358926" y="0"/>
                  </a:lnTo>
                  <a:lnTo>
                    <a:pt x="8126695" y="0"/>
                  </a:lnTo>
                  <a:lnTo>
                    <a:pt x="8175399" y="3276"/>
                  </a:lnTo>
                  <a:lnTo>
                    <a:pt x="8222112" y="12821"/>
                  </a:lnTo>
                  <a:lnTo>
                    <a:pt x="8266406" y="28206"/>
                  </a:lnTo>
                  <a:lnTo>
                    <a:pt x="8307852" y="49003"/>
                  </a:lnTo>
                  <a:lnTo>
                    <a:pt x="8346024" y="74786"/>
                  </a:lnTo>
                  <a:lnTo>
                    <a:pt x="8380495" y="105127"/>
                  </a:lnTo>
                  <a:lnTo>
                    <a:pt x="8410835" y="139597"/>
                  </a:lnTo>
                  <a:lnTo>
                    <a:pt x="8436618" y="177769"/>
                  </a:lnTo>
                  <a:lnTo>
                    <a:pt x="8457415" y="219216"/>
                  </a:lnTo>
                  <a:lnTo>
                    <a:pt x="8472800" y="263509"/>
                  </a:lnTo>
                  <a:lnTo>
                    <a:pt x="8482345" y="310222"/>
                  </a:lnTo>
                  <a:lnTo>
                    <a:pt x="8485622" y="358926"/>
                  </a:lnTo>
                  <a:lnTo>
                    <a:pt x="8482345" y="407630"/>
                  </a:lnTo>
                  <a:lnTo>
                    <a:pt x="8472800" y="454343"/>
                  </a:lnTo>
                  <a:lnTo>
                    <a:pt x="8457415" y="498637"/>
                  </a:lnTo>
                  <a:lnTo>
                    <a:pt x="8436618" y="540083"/>
                  </a:lnTo>
                  <a:lnTo>
                    <a:pt x="8410835" y="578256"/>
                  </a:lnTo>
                  <a:lnTo>
                    <a:pt x="8380495" y="612726"/>
                  </a:lnTo>
                  <a:lnTo>
                    <a:pt x="8346024" y="643066"/>
                  </a:lnTo>
                  <a:lnTo>
                    <a:pt x="8307852" y="668849"/>
                  </a:lnTo>
                  <a:lnTo>
                    <a:pt x="8266406" y="689647"/>
                  </a:lnTo>
                  <a:lnTo>
                    <a:pt x="8222112" y="705032"/>
                  </a:lnTo>
                  <a:lnTo>
                    <a:pt x="8175399" y="714576"/>
                  </a:lnTo>
                  <a:lnTo>
                    <a:pt x="8126695" y="717853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84126" y="3330107"/>
              <a:ext cx="8029574" cy="5810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7106" y="2395013"/>
            <a:ext cx="9577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80" dirty="0">
                <a:solidFill>
                  <a:srgbClr val="FFFFFF"/>
                </a:solidFill>
                <a:latin typeface="Arial"/>
                <a:cs typeface="Arial"/>
              </a:rPr>
              <a:t>Sets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an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upper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limit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(tuples)rows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be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returned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106" y="4757110"/>
            <a:ext cx="6919595" cy="114935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1656080" algn="l"/>
              </a:tabLst>
            </a:pP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SELECT</a:t>
            </a:r>
            <a:r>
              <a:rPr sz="3200" b="1" dirty="0">
                <a:solidFill>
                  <a:srgbClr val="A69EF1"/>
                </a:solidFill>
                <a:latin typeface="Arial"/>
                <a:cs typeface="Arial"/>
              </a:rPr>
              <a:t>	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col1,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col2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70" dirty="0">
                <a:solidFill>
                  <a:srgbClr val="A69EF1"/>
                </a:solidFill>
                <a:latin typeface="Arial"/>
                <a:cs typeface="Arial"/>
              </a:rPr>
              <a:t>FROM</a:t>
            </a: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dirty="0">
                <a:solidFill>
                  <a:srgbClr val="A69EF1"/>
                </a:solidFill>
                <a:latin typeface="Arial"/>
                <a:cs typeface="Arial"/>
              </a:rPr>
              <a:t>LIMIT</a:t>
            </a:r>
            <a:r>
              <a:rPr sz="3200" b="1" spc="-18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number;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8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Order</a:t>
            </a:r>
            <a:r>
              <a:rPr u="heavy" spc="-19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33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By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Clause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699" y="3306881"/>
            <a:ext cx="5923915" cy="1492885"/>
            <a:chOff x="1028699" y="3306881"/>
            <a:chExt cx="5923915" cy="1492885"/>
          </a:xfrm>
        </p:grpSpPr>
        <p:sp>
          <p:nvSpPr>
            <p:cNvPr id="4" name="object 4"/>
            <p:cNvSpPr/>
            <p:nvPr/>
          </p:nvSpPr>
          <p:spPr>
            <a:xfrm>
              <a:off x="1028699" y="3306881"/>
              <a:ext cx="5923915" cy="1492885"/>
            </a:xfrm>
            <a:custGeom>
              <a:avLst/>
              <a:gdLst/>
              <a:ahLst/>
              <a:cxnLst/>
              <a:rect l="l" t="t" r="r" b="b"/>
              <a:pathLst>
                <a:path w="5923915" h="1492885">
                  <a:moveTo>
                    <a:pt x="5438024" y="1492776"/>
                  </a:moveTo>
                  <a:lnTo>
                    <a:pt x="485775" y="1492776"/>
                  </a:lnTo>
                  <a:lnTo>
                    <a:pt x="437762" y="1490399"/>
                  </a:lnTo>
                  <a:lnTo>
                    <a:pt x="390562" y="1483356"/>
                  </a:lnTo>
                  <a:lnTo>
                    <a:pt x="344494" y="1471778"/>
                  </a:lnTo>
                  <a:lnTo>
                    <a:pt x="299877" y="1455799"/>
                  </a:lnTo>
                  <a:lnTo>
                    <a:pt x="257028" y="1435549"/>
                  </a:lnTo>
                  <a:lnTo>
                    <a:pt x="216266" y="1411160"/>
                  </a:lnTo>
                  <a:lnTo>
                    <a:pt x="177911" y="1382765"/>
                  </a:lnTo>
                  <a:lnTo>
                    <a:pt x="142280" y="1350496"/>
                  </a:lnTo>
                  <a:lnTo>
                    <a:pt x="110010" y="1314865"/>
                  </a:lnTo>
                  <a:lnTo>
                    <a:pt x="81615" y="1276509"/>
                  </a:lnTo>
                  <a:lnTo>
                    <a:pt x="57227" y="1235748"/>
                  </a:lnTo>
                  <a:lnTo>
                    <a:pt x="36977" y="1192899"/>
                  </a:lnTo>
                  <a:lnTo>
                    <a:pt x="20997" y="1148282"/>
                  </a:lnTo>
                  <a:lnTo>
                    <a:pt x="9420" y="1102214"/>
                  </a:lnTo>
                  <a:lnTo>
                    <a:pt x="2377" y="1055014"/>
                  </a:lnTo>
                  <a:lnTo>
                    <a:pt x="0" y="1007001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5438024" y="0"/>
                  </a:lnTo>
                  <a:lnTo>
                    <a:pt x="5486037" y="2377"/>
                  </a:lnTo>
                  <a:lnTo>
                    <a:pt x="5533237" y="9420"/>
                  </a:lnTo>
                  <a:lnTo>
                    <a:pt x="5579305" y="20997"/>
                  </a:lnTo>
                  <a:lnTo>
                    <a:pt x="5623923" y="36977"/>
                  </a:lnTo>
                  <a:lnTo>
                    <a:pt x="5666771" y="57227"/>
                  </a:lnTo>
                  <a:lnTo>
                    <a:pt x="5707533" y="81615"/>
                  </a:lnTo>
                  <a:lnTo>
                    <a:pt x="5745889" y="110010"/>
                  </a:lnTo>
                  <a:lnTo>
                    <a:pt x="5781520" y="142280"/>
                  </a:lnTo>
                  <a:lnTo>
                    <a:pt x="5813789" y="177911"/>
                  </a:lnTo>
                  <a:lnTo>
                    <a:pt x="5842184" y="216266"/>
                  </a:lnTo>
                  <a:lnTo>
                    <a:pt x="5866572" y="257028"/>
                  </a:lnTo>
                  <a:lnTo>
                    <a:pt x="5886822" y="299876"/>
                  </a:lnTo>
                  <a:lnTo>
                    <a:pt x="5902802" y="344494"/>
                  </a:lnTo>
                  <a:lnTo>
                    <a:pt x="5914379" y="390562"/>
                  </a:lnTo>
                  <a:lnTo>
                    <a:pt x="5921422" y="437762"/>
                  </a:lnTo>
                  <a:lnTo>
                    <a:pt x="5923799" y="485774"/>
                  </a:lnTo>
                  <a:lnTo>
                    <a:pt x="5923799" y="1007001"/>
                  </a:lnTo>
                  <a:lnTo>
                    <a:pt x="5921422" y="1055014"/>
                  </a:lnTo>
                  <a:lnTo>
                    <a:pt x="5914379" y="1102214"/>
                  </a:lnTo>
                  <a:lnTo>
                    <a:pt x="5902802" y="1148282"/>
                  </a:lnTo>
                  <a:lnTo>
                    <a:pt x="5886822" y="1192899"/>
                  </a:lnTo>
                  <a:lnTo>
                    <a:pt x="5866572" y="1235748"/>
                  </a:lnTo>
                  <a:lnTo>
                    <a:pt x="5842184" y="1276509"/>
                  </a:lnTo>
                  <a:lnTo>
                    <a:pt x="5813789" y="1314865"/>
                  </a:lnTo>
                  <a:lnTo>
                    <a:pt x="5781520" y="1350496"/>
                  </a:lnTo>
                  <a:lnTo>
                    <a:pt x="5745889" y="1382765"/>
                  </a:lnTo>
                  <a:lnTo>
                    <a:pt x="5707533" y="1411160"/>
                  </a:lnTo>
                  <a:lnTo>
                    <a:pt x="5666771" y="1435549"/>
                  </a:lnTo>
                  <a:lnTo>
                    <a:pt x="5623923" y="1455799"/>
                  </a:lnTo>
                  <a:lnTo>
                    <a:pt x="5579305" y="1471778"/>
                  </a:lnTo>
                  <a:lnTo>
                    <a:pt x="5533237" y="1483356"/>
                  </a:lnTo>
                  <a:lnTo>
                    <a:pt x="5486037" y="1490399"/>
                  </a:lnTo>
                  <a:lnTo>
                    <a:pt x="5438024" y="149277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4975" y="3463005"/>
              <a:ext cx="5572124" cy="118109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7106" y="2395012"/>
            <a:ext cx="858710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sort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80" dirty="0">
                <a:solidFill>
                  <a:srgbClr val="FFFFFF"/>
                </a:solidFill>
                <a:latin typeface="Arial"/>
                <a:cs typeface="Arial"/>
              </a:rPr>
              <a:t>ascending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(ASC)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descending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order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(DESC)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27106" y="5865043"/>
            <a:ext cx="6919595" cy="1149350"/>
          </a:xfrm>
          <a:prstGeom prst="rect">
            <a:avLst/>
          </a:prstGeom>
        </p:spPr>
        <p:txBody>
          <a:bodyPr vert="horz" wrap="square" lIns="0" tIns="869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1656080" algn="l"/>
              </a:tabLst>
            </a:pP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SELECT</a:t>
            </a:r>
            <a:r>
              <a:rPr sz="3200" b="1" dirty="0">
                <a:solidFill>
                  <a:srgbClr val="A69EF1"/>
                </a:solidFill>
                <a:latin typeface="Arial"/>
                <a:cs typeface="Arial"/>
              </a:rPr>
              <a:t>	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col1,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col2</a:t>
            </a:r>
            <a:r>
              <a:rPr sz="3200" i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70" dirty="0">
                <a:solidFill>
                  <a:srgbClr val="A69EF1"/>
                </a:solidFill>
                <a:latin typeface="Arial"/>
                <a:cs typeface="Arial"/>
              </a:rPr>
              <a:t>FROM</a:t>
            </a: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spc="-235" dirty="0">
                <a:solidFill>
                  <a:srgbClr val="A69EF1"/>
                </a:solidFill>
                <a:latin typeface="Arial"/>
                <a:cs typeface="Arial"/>
              </a:rPr>
              <a:t>ORDER</a:t>
            </a:r>
            <a:r>
              <a:rPr sz="3200" b="1" spc="-12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15" dirty="0">
                <a:solidFill>
                  <a:srgbClr val="A69EF1"/>
                </a:solidFill>
                <a:latin typeface="Arial"/>
                <a:cs typeface="Arial"/>
              </a:rPr>
              <a:t>BY</a:t>
            </a:r>
            <a:r>
              <a:rPr sz="3200" b="1" spc="-3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55" dirty="0">
                <a:solidFill>
                  <a:srgbClr val="FFFFFF"/>
                </a:solidFill>
                <a:latin typeface="Arial"/>
                <a:cs typeface="Arial"/>
              </a:rPr>
              <a:t>col_name(s)</a:t>
            </a:r>
            <a:r>
              <a:rPr sz="3200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20" dirty="0">
                <a:solidFill>
                  <a:srgbClr val="A69EF1"/>
                </a:solidFill>
                <a:latin typeface="Arial"/>
                <a:cs typeface="Arial"/>
              </a:rPr>
              <a:t>ASC</a:t>
            </a:r>
            <a:r>
              <a:rPr sz="3200" b="1" i="1" spc="-20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Aggregate</a:t>
            </a:r>
            <a:r>
              <a:rPr u="heavy" spc="-9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1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Functions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2087333"/>
            <a:ext cx="1366393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Aggregare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functions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perform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calculation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set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values,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return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FFFFFF"/>
                </a:solidFill>
                <a:latin typeface="Arial"/>
                <a:cs typeface="Arial"/>
              </a:rPr>
              <a:t>single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value.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656" y="3081331"/>
            <a:ext cx="104775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656" y="3719506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656" y="4357681"/>
            <a:ext cx="104775" cy="10477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656" y="4995856"/>
            <a:ext cx="104775" cy="10477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656" y="5634031"/>
            <a:ext cx="104775" cy="104774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1631497" y="2663494"/>
            <a:ext cx="1520825" cy="3216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95"/>
              </a:spcBef>
            </a:pP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COUNT(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)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MAX(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MIN(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SUM(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664"/>
              </a:spcBef>
            </a:pP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AVG(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)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02075" y="7688800"/>
            <a:ext cx="4816475" cy="1869439"/>
            <a:chOff x="1102075" y="7688800"/>
            <a:chExt cx="4816475" cy="1869439"/>
          </a:xfrm>
        </p:grpSpPr>
        <p:sp>
          <p:nvSpPr>
            <p:cNvPr id="11" name="object 11"/>
            <p:cNvSpPr/>
            <p:nvPr/>
          </p:nvSpPr>
          <p:spPr>
            <a:xfrm>
              <a:off x="1102075" y="7688800"/>
              <a:ext cx="4816475" cy="1869439"/>
            </a:xfrm>
            <a:custGeom>
              <a:avLst/>
              <a:gdLst/>
              <a:ahLst/>
              <a:cxnLst/>
              <a:rect l="l" t="t" r="r" b="b"/>
              <a:pathLst>
                <a:path w="4816475" h="1869440">
                  <a:moveTo>
                    <a:pt x="4330202" y="1869188"/>
                  </a:moveTo>
                  <a:lnTo>
                    <a:pt x="485774" y="1869188"/>
                  </a:lnTo>
                  <a:lnTo>
                    <a:pt x="437762" y="1866811"/>
                  </a:lnTo>
                  <a:lnTo>
                    <a:pt x="390562" y="1859768"/>
                  </a:lnTo>
                  <a:lnTo>
                    <a:pt x="344494" y="1848191"/>
                  </a:lnTo>
                  <a:lnTo>
                    <a:pt x="299876" y="1832211"/>
                  </a:lnTo>
                  <a:lnTo>
                    <a:pt x="257028" y="1811961"/>
                  </a:lnTo>
                  <a:lnTo>
                    <a:pt x="216266" y="1787573"/>
                  </a:lnTo>
                  <a:lnTo>
                    <a:pt x="177911" y="1759178"/>
                  </a:lnTo>
                  <a:lnTo>
                    <a:pt x="142280" y="1726909"/>
                  </a:lnTo>
                  <a:lnTo>
                    <a:pt x="110010" y="1691278"/>
                  </a:lnTo>
                  <a:lnTo>
                    <a:pt x="81615" y="1652922"/>
                  </a:lnTo>
                  <a:lnTo>
                    <a:pt x="57227" y="1612161"/>
                  </a:lnTo>
                  <a:lnTo>
                    <a:pt x="36977" y="1569312"/>
                  </a:lnTo>
                  <a:lnTo>
                    <a:pt x="20997" y="1524694"/>
                  </a:lnTo>
                  <a:lnTo>
                    <a:pt x="9420" y="1478626"/>
                  </a:lnTo>
                  <a:lnTo>
                    <a:pt x="2377" y="1431426"/>
                  </a:lnTo>
                  <a:lnTo>
                    <a:pt x="0" y="1383413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330202" y="0"/>
                  </a:lnTo>
                  <a:lnTo>
                    <a:pt x="4378215" y="2377"/>
                  </a:lnTo>
                  <a:lnTo>
                    <a:pt x="4425414" y="9420"/>
                  </a:lnTo>
                  <a:lnTo>
                    <a:pt x="4471482" y="20997"/>
                  </a:lnTo>
                  <a:lnTo>
                    <a:pt x="4516100" y="36977"/>
                  </a:lnTo>
                  <a:lnTo>
                    <a:pt x="4558949" y="57227"/>
                  </a:lnTo>
                  <a:lnTo>
                    <a:pt x="4599710" y="81615"/>
                  </a:lnTo>
                  <a:lnTo>
                    <a:pt x="4638066" y="110010"/>
                  </a:lnTo>
                  <a:lnTo>
                    <a:pt x="4673697" y="142280"/>
                  </a:lnTo>
                  <a:lnTo>
                    <a:pt x="4705966" y="177911"/>
                  </a:lnTo>
                  <a:lnTo>
                    <a:pt x="4734361" y="216266"/>
                  </a:lnTo>
                  <a:lnTo>
                    <a:pt x="4758749" y="257028"/>
                  </a:lnTo>
                  <a:lnTo>
                    <a:pt x="4778999" y="299876"/>
                  </a:lnTo>
                  <a:lnTo>
                    <a:pt x="4794979" y="344494"/>
                  </a:lnTo>
                  <a:lnTo>
                    <a:pt x="4806557" y="390562"/>
                  </a:lnTo>
                  <a:lnTo>
                    <a:pt x="4813600" y="437762"/>
                  </a:lnTo>
                  <a:lnTo>
                    <a:pt x="4815977" y="485774"/>
                  </a:lnTo>
                  <a:lnTo>
                    <a:pt x="4815977" y="1383413"/>
                  </a:lnTo>
                  <a:lnTo>
                    <a:pt x="4813600" y="1431426"/>
                  </a:lnTo>
                  <a:lnTo>
                    <a:pt x="4806557" y="1478626"/>
                  </a:lnTo>
                  <a:lnTo>
                    <a:pt x="4794979" y="1524694"/>
                  </a:lnTo>
                  <a:lnTo>
                    <a:pt x="4778999" y="1569312"/>
                  </a:lnTo>
                  <a:lnTo>
                    <a:pt x="4758749" y="1612161"/>
                  </a:lnTo>
                  <a:lnTo>
                    <a:pt x="4734361" y="1652922"/>
                  </a:lnTo>
                  <a:lnTo>
                    <a:pt x="4705966" y="1691278"/>
                  </a:lnTo>
                  <a:lnTo>
                    <a:pt x="4673697" y="1726909"/>
                  </a:lnTo>
                  <a:lnTo>
                    <a:pt x="4638066" y="1759178"/>
                  </a:lnTo>
                  <a:lnTo>
                    <a:pt x="4599710" y="1787573"/>
                  </a:lnTo>
                  <a:lnTo>
                    <a:pt x="4558949" y="1811961"/>
                  </a:lnTo>
                  <a:lnTo>
                    <a:pt x="4516100" y="1832211"/>
                  </a:lnTo>
                  <a:lnTo>
                    <a:pt x="4471482" y="1848191"/>
                  </a:lnTo>
                  <a:lnTo>
                    <a:pt x="4425414" y="1859768"/>
                  </a:lnTo>
                  <a:lnTo>
                    <a:pt x="4378215" y="1866811"/>
                  </a:lnTo>
                  <a:lnTo>
                    <a:pt x="4330202" y="18691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78083" y="8031122"/>
              <a:ext cx="4267199" cy="1181099"/>
            </a:xfrm>
            <a:prstGeom prst="rect">
              <a:avLst/>
            </a:prstGeom>
          </p:spPr>
        </p:pic>
      </p:grpSp>
      <p:grpSp>
        <p:nvGrpSpPr>
          <p:cNvPr id="13" name="object 13"/>
          <p:cNvGrpSpPr/>
          <p:nvPr/>
        </p:nvGrpSpPr>
        <p:grpSpPr>
          <a:xfrm>
            <a:off x="5417308" y="4631126"/>
            <a:ext cx="4533900" cy="1621155"/>
            <a:chOff x="5417308" y="4631126"/>
            <a:chExt cx="4533900" cy="1621155"/>
          </a:xfrm>
        </p:grpSpPr>
        <p:sp>
          <p:nvSpPr>
            <p:cNvPr id="14" name="object 14"/>
            <p:cNvSpPr/>
            <p:nvPr/>
          </p:nvSpPr>
          <p:spPr>
            <a:xfrm>
              <a:off x="5417308" y="4631126"/>
              <a:ext cx="4533900" cy="1621155"/>
            </a:xfrm>
            <a:custGeom>
              <a:avLst/>
              <a:gdLst/>
              <a:ahLst/>
              <a:cxnLst/>
              <a:rect l="l" t="t" r="r" b="b"/>
              <a:pathLst>
                <a:path w="4533900" h="1621154">
                  <a:moveTo>
                    <a:pt x="4047788" y="1620942"/>
                  </a:moveTo>
                  <a:lnTo>
                    <a:pt x="485775" y="1620942"/>
                  </a:lnTo>
                  <a:lnTo>
                    <a:pt x="437762" y="1618565"/>
                  </a:lnTo>
                  <a:lnTo>
                    <a:pt x="390562" y="1611521"/>
                  </a:lnTo>
                  <a:lnTo>
                    <a:pt x="344494" y="1599944"/>
                  </a:lnTo>
                  <a:lnTo>
                    <a:pt x="299876" y="1583964"/>
                  </a:lnTo>
                  <a:lnTo>
                    <a:pt x="257028" y="1563714"/>
                  </a:lnTo>
                  <a:lnTo>
                    <a:pt x="216266" y="1539326"/>
                  </a:lnTo>
                  <a:lnTo>
                    <a:pt x="177911" y="1510931"/>
                  </a:lnTo>
                  <a:lnTo>
                    <a:pt x="142280" y="1478661"/>
                  </a:lnTo>
                  <a:lnTo>
                    <a:pt x="110010" y="1443030"/>
                  </a:lnTo>
                  <a:lnTo>
                    <a:pt x="81615" y="1404675"/>
                  </a:lnTo>
                  <a:lnTo>
                    <a:pt x="57227" y="1363913"/>
                  </a:lnTo>
                  <a:lnTo>
                    <a:pt x="36977" y="1321065"/>
                  </a:lnTo>
                  <a:lnTo>
                    <a:pt x="20997" y="1276447"/>
                  </a:lnTo>
                  <a:lnTo>
                    <a:pt x="9420" y="1230379"/>
                  </a:lnTo>
                  <a:lnTo>
                    <a:pt x="2377" y="1183179"/>
                  </a:lnTo>
                  <a:lnTo>
                    <a:pt x="0" y="1135166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4047788" y="0"/>
                  </a:lnTo>
                  <a:lnTo>
                    <a:pt x="4095801" y="2377"/>
                  </a:lnTo>
                  <a:lnTo>
                    <a:pt x="4143000" y="9420"/>
                  </a:lnTo>
                  <a:lnTo>
                    <a:pt x="4189068" y="20997"/>
                  </a:lnTo>
                  <a:lnTo>
                    <a:pt x="4233686" y="36977"/>
                  </a:lnTo>
                  <a:lnTo>
                    <a:pt x="4276535" y="57227"/>
                  </a:lnTo>
                  <a:lnTo>
                    <a:pt x="4317296" y="81615"/>
                  </a:lnTo>
                  <a:lnTo>
                    <a:pt x="4355652" y="110010"/>
                  </a:lnTo>
                  <a:lnTo>
                    <a:pt x="4391283" y="142280"/>
                  </a:lnTo>
                  <a:lnTo>
                    <a:pt x="4423552" y="177911"/>
                  </a:lnTo>
                  <a:lnTo>
                    <a:pt x="4451947" y="216266"/>
                  </a:lnTo>
                  <a:lnTo>
                    <a:pt x="4476336" y="257028"/>
                  </a:lnTo>
                  <a:lnTo>
                    <a:pt x="4496586" y="299876"/>
                  </a:lnTo>
                  <a:lnTo>
                    <a:pt x="4512565" y="344494"/>
                  </a:lnTo>
                  <a:lnTo>
                    <a:pt x="4524143" y="390562"/>
                  </a:lnTo>
                  <a:lnTo>
                    <a:pt x="4531186" y="437762"/>
                  </a:lnTo>
                  <a:lnTo>
                    <a:pt x="4533563" y="485774"/>
                  </a:lnTo>
                  <a:lnTo>
                    <a:pt x="4533563" y="1135166"/>
                  </a:lnTo>
                  <a:lnTo>
                    <a:pt x="4531186" y="1183179"/>
                  </a:lnTo>
                  <a:lnTo>
                    <a:pt x="4524143" y="1230379"/>
                  </a:lnTo>
                  <a:lnTo>
                    <a:pt x="4512565" y="1276447"/>
                  </a:lnTo>
                  <a:lnTo>
                    <a:pt x="4496586" y="1321065"/>
                  </a:lnTo>
                  <a:lnTo>
                    <a:pt x="4476336" y="1363913"/>
                  </a:lnTo>
                  <a:lnTo>
                    <a:pt x="4451947" y="1404675"/>
                  </a:lnTo>
                  <a:lnTo>
                    <a:pt x="4423552" y="1443030"/>
                  </a:lnTo>
                  <a:lnTo>
                    <a:pt x="4391283" y="1478661"/>
                  </a:lnTo>
                  <a:lnTo>
                    <a:pt x="4355652" y="1510931"/>
                  </a:lnTo>
                  <a:lnTo>
                    <a:pt x="4317296" y="1539326"/>
                  </a:lnTo>
                  <a:lnTo>
                    <a:pt x="4276535" y="1563714"/>
                  </a:lnTo>
                  <a:lnTo>
                    <a:pt x="4233686" y="1583964"/>
                  </a:lnTo>
                  <a:lnTo>
                    <a:pt x="4189068" y="1599944"/>
                  </a:lnTo>
                  <a:lnTo>
                    <a:pt x="4143000" y="1611521"/>
                  </a:lnTo>
                  <a:lnTo>
                    <a:pt x="4095801" y="1618565"/>
                  </a:lnTo>
                  <a:lnTo>
                    <a:pt x="4047788" y="162094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07244" y="4876665"/>
              <a:ext cx="4152899" cy="1125486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523858" y="7005915"/>
            <a:ext cx="30441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Get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5" dirty="0">
                <a:solidFill>
                  <a:srgbClr val="FFFFFF"/>
                </a:solidFill>
                <a:latin typeface="Arial"/>
                <a:cs typeface="Arial"/>
              </a:rPr>
              <a:t>Average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marks</a:t>
            </a:r>
            <a:endParaRPr sz="280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809415" y="3948244"/>
            <a:ext cx="33439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Get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Maximum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5" dirty="0">
                <a:solidFill>
                  <a:srgbClr val="FFFFFF"/>
                </a:solidFill>
                <a:latin typeface="Arial"/>
                <a:cs typeface="Arial"/>
              </a:rPr>
              <a:t>Marks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40741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Group</a:t>
            </a:r>
            <a:r>
              <a:rPr u="heavy" spc="-15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33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By</a:t>
            </a:r>
            <a:r>
              <a:rPr u="heavy" spc="-15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8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Clause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106" y="1959189"/>
            <a:ext cx="13180694" cy="10160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Groups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rows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that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have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85" dirty="0">
                <a:solidFill>
                  <a:srgbClr val="FFFFFF"/>
                </a:solidFill>
                <a:latin typeface="Arial"/>
                <a:cs typeface="Arial"/>
              </a:rPr>
              <a:t>same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5" dirty="0">
                <a:solidFill>
                  <a:srgbClr val="FFFFFF"/>
                </a:solidFill>
                <a:latin typeface="Arial"/>
                <a:cs typeface="Arial"/>
              </a:rPr>
              <a:t>values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into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summary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rows.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40"/>
              </a:spcBef>
            </a:pPr>
            <a:r>
              <a:rPr sz="2800" b="1" spc="75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collects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data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5" dirty="0">
                <a:solidFill>
                  <a:srgbClr val="FFFFFF"/>
                </a:solidFill>
                <a:latin typeface="Arial"/>
                <a:cs typeface="Arial"/>
              </a:rPr>
              <a:t>multiple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records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80" dirty="0">
                <a:solidFill>
                  <a:srgbClr val="FFFFFF"/>
                </a:solidFill>
                <a:latin typeface="Arial"/>
                <a:cs typeface="Arial"/>
              </a:rPr>
              <a:t>groups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result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one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column.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4107683"/>
            <a:ext cx="963231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*Generally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we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use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group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by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some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i="1" spc="-55" dirty="0">
                <a:solidFill>
                  <a:srgbClr val="17D9FF"/>
                </a:solidFill>
                <a:latin typeface="Arial"/>
                <a:cs typeface="Arial"/>
              </a:rPr>
              <a:t>aggregation</a:t>
            </a:r>
            <a:r>
              <a:rPr sz="2800" b="1" i="1" spc="-10" dirty="0">
                <a:solidFill>
                  <a:srgbClr val="17D9FF"/>
                </a:solidFill>
                <a:latin typeface="Arial"/>
                <a:cs typeface="Arial"/>
              </a:rPr>
              <a:t> function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1180768" y="6368482"/>
            <a:ext cx="6336665" cy="2188210"/>
            <a:chOff x="1180768" y="6368482"/>
            <a:chExt cx="6336665" cy="2188210"/>
          </a:xfrm>
        </p:grpSpPr>
        <p:sp>
          <p:nvSpPr>
            <p:cNvPr id="6" name="object 6"/>
            <p:cNvSpPr/>
            <p:nvPr/>
          </p:nvSpPr>
          <p:spPr>
            <a:xfrm>
              <a:off x="1180768" y="6368482"/>
              <a:ext cx="6336665" cy="2188210"/>
            </a:xfrm>
            <a:custGeom>
              <a:avLst/>
              <a:gdLst/>
              <a:ahLst/>
              <a:cxnLst/>
              <a:rect l="l" t="t" r="r" b="b"/>
              <a:pathLst>
                <a:path w="6336665" h="2188209">
                  <a:moveTo>
                    <a:pt x="5850782" y="2187948"/>
                  </a:moveTo>
                  <a:lnTo>
                    <a:pt x="485774" y="2187948"/>
                  </a:lnTo>
                  <a:lnTo>
                    <a:pt x="437762" y="2185571"/>
                  </a:lnTo>
                  <a:lnTo>
                    <a:pt x="390562" y="2178528"/>
                  </a:lnTo>
                  <a:lnTo>
                    <a:pt x="344494" y="2166951"/>
                  </a:lnTo>
                  <a:lnTo>
                    <a:pt x="299876" y="2150971"/>
                  </a:lnTo>
                  <a:lnTo>
                    <a:pt x="257028" y="2130721"/>
                  </a:lnTo>
                  <a:lnTo>
                    <a:pt x="216266" y="2106333"/>
                  </a:lnTo>
                  <a:lnTo>
                    <a:pt x="177911" y="2077938"/>
                  </a:lnTo>
                  <a:lnTo>
                    <a:pt x="142280" y="2045669"/>
                  </a:lnTo>
                  <a:lnTo>
                    <a:pt x="110010" y="2010038"/>
                  </a:lnTo>
                  <a:lnTo>
                    <a:pt x="81615" y="1971682"/>
                  </a:lnTo>
                  <a:lnTo>
                    <a:pt x="57227" y="1930921"/>
                  </a:lnTo>
                  <a:lnTo>
                    <a:pt x="36977" y="1888072"/>
                  </a:lnTo>
                  <a:lnTo>
                    <a:pt x="20997" y="1843454"/>
                  </a:lnTo>
                  <a:lnTo>
                    <a:pt x="9420" y="1797386"/>
                  </a:lnTo>
                  <a:lnTo>
                    <a:pt x="2377" y="1750186"/>
                  </a:lnTo>
                  <a:lnTo>
                    <a:pt x="0" y="1702173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5850782" y="0"/>
                  </a:lnTo>
                  <a:lnTo>
                    <a:pt x="5898795" y="2377"/>
                  </a:lnTo>
                  <a:lnTo>
                    <a:pt x="5945995" y="9420"/>
                  </a:lnTo>
                  <a:lnTo>
                    <a:pt x="5992063" y="20997"/>
                  </a:lnTo>
                  <a:lnTo>
                    <a:pt x="6036680" y="36977"/>
                  </a:lnTo>
                  <a:lnTo>
                    <a:pt x="6079529" y="57227"/>
                  </a:lnTo>
                  <a:lnTo>
                    <a:pt x="6120291" y="81615"/>
                  </a:lnTo>
                  <a:lnTo>
                    <a:pt x="6158646" y="110010"/>
                  </a:lnTo>
                  <a:lnTo>
                    <a:pt x="6194277" y="142280"/>
                  </a:lnTo>
                  <a:lnTo>
                    <a:pt x="6226547" y="177911"/>
                  </a:lnTo>
                  <a:lnTo>
                    <a:pt x="6254941" y="216266"/>
                  </a:lnTo>
                  <a:lnTo>
                    <a:pt x="6279330" y="257028"/>
                  </a:lnTo>
                  <a:lnTo>
                    <a:pt x="6299580" y="299876"/>
                  </a:lnTo>
                  <a:lnTo>
                    <a:pt x="6315559" y="344494"/>
                  </a:lnTo>
                  <a:lnTo>
                    <a:pt x="6327137" y="390562"/>
                  </a:lnTo>
                  <a:lnTo>
                    <a:pt x="6334180" y="437762"/>
                  </a:lnTo>
                  <a:lnTo>
                    <a:pt x="6336557" y="485775"/>
                  </a:lnTo>
                  <a:lnTo>
                    <a:pt x="6336557" y="1702173"/>
                  </a:lnTo>
                  <a:lnTo>
                    <a:pt x="6334180" y="1750186"/>
                  </a:lnTo>
                  <a:lnTo>
                    <a:pt x="6327137" y="1797386"/>
                  </a:lnTo>
                  <a:lnTo>
                    <a:pt x="6315559" y="1843454"/>
                  </a:lnTo>
                  <a:lnTo>
                    <a:pt x="6299580" y="1888072"/>
                  </a:lnTo>
                  <a:lnTo>
                    <a:pt x="6279330" y="1930921"/>
                  </a:lnTo>
                  <a:lnTo>
                    <a:pt x="6254941" y="1971682"/>
                  </a:lnTo>
                  <a:lnTo>
                    <a:pt x="6226547" y="2010038"/>
                  </a:lnTo>
                  <a:lnTo>
                    <a:pt x="6194277" y="2045669"/>
                  </a:lnTo>
                  <a:lnTo>
                    <a:pt x="6158646" y="2077938"/>
                  </a:lnTo>
                  <a:lnTo>
                    <a:pt x="6120291" y="2106333"/>
                  </a:lnTo>
                  <a:lnTo>
                    <a:pt x="6079529" y="2130721"/>
                  </a:lnTo>
                  <a:lnTo>
                    <a:pt x="6036680" y="2150971"/>
                  </a:lnTo>
                  <a:lnTo>
                    <a:pt x="5992063" y="2166951"/>
                  </a:lnTo>
                  <a:lnTo>
                    <a:pt x="5945995" y="2178528"/>
                  </a:lnTo>
                  <a:lnTo>
                    <a:pt x="5898795" y="2185571"/>
                  </a:lnTo>
                  <a:lnTo>
                    <a:pt x="5850782" y="218794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65668" y="6581155"/>
              <a:ext cx="5934075" cy="1838324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168069" y="5725808"/>
            <a:ext cx="605790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Count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number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students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in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each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city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0"/>
            <a:ext cx="34645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9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Having</a:t>
            </a:r>
            <a:r>
              <a:rPr u="heavy" spc="-114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Clause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700" y="4696232"/>
            <a:ext cx="5743575" cy="2583180"/>
            <a:chOff x="1028700" y="4696232"/>
            <a:chExt cx="5743575" cy="2583180"/>
          </a:xfrm>
        </p:grpSpPr>
        <p:sp>
          <p:nvSpPr>
            <p:cNvPr id="4" name="object 4"/>
            <p:cNvSpPr/>
            <p:nvPr/>
          </p:nvSpPr>
          <p:spPr>
            <a:xfrm>
              <a:off x="1028700" y="4696232"/>
              <a:ext cx="5743575" cy="2583180"/>
            </a:xfrm>
            <a:custGeom>
              <a:avLst/>
              <a:gdLst/>
              <a:ahLst/>
              <a:cxnLst/>
              <a:rect l="l" t="t" r="r" b="b"/>
              <a:pathLst>
                <a:path w="5743575" h="2583179">
                  <a:moveTo>
                    <a:pt x="5257587" y="2582970"/>
                  </a:moveTo>
                  <a:lnTo>
                    <a:pt x="485774" y="2582970"/>
                  </a:lnTo>
                  <a:lnTo>
                    <a:pt x="438991" y="2580746"/>
                  </a:lnTo>
                  <a:lnTo>
                    <a:pt x="393466" y="2574211"/>
                  </a:lnTo>
                  <a:lnTo>
                    <a:pt x="349402" y="2563567"/>
                  </a:lnTo>
                  <a:lnTo>
                    <a:pt x="307004" y="2549019"/>
                  </a:lnTo>
                  <a:lnTo>
                    <a:pt x="266475" y="2530769"/>
                  </a:lnTo>
                  <a:lnTo>
                    <a:pt x="228018" y="2509022"/>
                  </a:lnTo>
                  <a:lnTo>
                    <a:pt x="191838" y="2483982"/>
                  </a:lnTo>
                  <a:lnTo>
                    <a:pt x="158137" y="2455850"/>
                  </a:lnTo>
                  <a:lnTo>
                    <a:pt x="127119" y="2424833"/>
                  </a:lnTo>
                  <a:lnTo>
                    <a:pt x="98988" y="2391131"/>
                  </a:lnTo>
                  <a:lnTo>
                    <a:pt x="73947" y="2354951"/>
                  </a:lnTo>
                  <a:lnTo>
                    <a:pt x="52200" y="2316494"/>
                  </a:lnTo>
                  <a:lnTo>
                    <a:pt x="33951" y="2275965"/>
                  </a:lnTo>
                  <a:lnTo>
                    <a:pt x="19402" y="2233567"/>
                  </a:lnTo>
                  <a:lnTo>
                    <a:pt x="8759" y="2189503"/>
                  </a:lnTo>
                  <a:lnTo>
                    <a:pt x="2223" y="2143978"/>
                  </a:lnTo>
                  <a:lnTo>
                    <a:pt x="0" y="2097195"/>
                  </a:lnTo>
                  <a:lnTo>
                    <a:pt x="0" y="485774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2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8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5257587" y="0"/>
                  </a:lnTo>
                  <a:lnTo>
                    <a:pt x="5304370" y="2223"/>
                  </a:lnTo>
                  <a:lnTo>
                    <a:pt x="5349895" y="8759"/>
                  </a:lnTo>
                  <a:lnTo>
                    <a:pt x="5393959" y="19402"/>
                  </a:lnTo>
                  <a:lnTo>
                    <a:pt x="5436357" y="33951"/>
                  </a:lnTo>
                  <a:lnTo>
                    <a:pt x="5476886" y="52200"/>
                  </a:lnTo>
                  <a:lnTo>
                    <a:pt x="5515343" y="73947"/>
                  </a:lnTo>
                  <a:lnTo>
                    <a:pt x="5551524" y="98988"/>
                  </a:lnTo>
                  <a:lnTo>
                    <a:pt x="5585225" y="127119"/>
                  </a:lnTo>
                  <a:lnTo>
                    <a:pt x="5616242" y="158137"/>
                  </a:lnTo>
                  <a:lnTo>
                    <a:pt x="5644374" y="191838"/>
                  </a:lnTo>
                  <a:lnTo>
                    <a:pt x="5669414" y="228018"/>
                  </a:lnTo>
                  <a:lnTo>
                    <a:pt x="5691161" y="266475"/>
                  </a:lnTo>
                  <a:lnTo>
                    <a:pt x="5709411" y="307004"/>
                  </a:lnTo>
                  <a:lnTo>
                    <a:pt x="5723959" y="349402"/>
                  </a:lnTo>
                  <a:lnTo>
                    <a:pt x="5734603" y="393466"/>
                  </a:lnTo>
                  <a:lnTo>
                    <a:pt x="5741138" y="438991"/>
                  </a:lnTo>
                  <a:lnTo>
                    <a:pt x="5743362" y="485774"/>
                  </a:lnTo>
                  <a:lnTo>
                    <a:pt x="5743362" y="2097195"/>
                  </a:lnTo>
                  <a:lnTo>
                    <a:pt x="5741138" y="2143978"/>
                  </a:lnTo>
                  <a:lnTo>
                    <a:pt x="5734603" y="2189503"/>
                  </a:lnTo>
                  <a:lnTo>
                    <a:pt x="5723959" y="2233567"/>
                  </a:lnTo>
                  <a:lnTo>
                    <a:pt x="5709411" y="2275965"/>
                  </a:lnTo>
                  <a:lnTo>
                    <a:pt x="5691161" y="2316494"/>
                  </a:lnTo>
                  <a:lnTo>
                    <a:pt x="5669414" y="2354951"/>
                  </a:lnTo>
                  <a:lnTo>
                    <a:pt x="5644374" y="2391131"/>
                  </a:lnTo>
                  <a:lnTo>
                    <a:pt x="5616242" y="2424833"/>
                  </a:lnTo>
                  <a:lnTo>
                    <a:pt x="5585225" y="2455850"/>
                  </a:lnTo>
                  <a:lnTo>
                    <a:pt x="5551524" y="2483982"/>
                  </a:lnTo>
                  <a:lnTo>
                    <a:pt x="5515343" y="2509022"/>
                  </a:lnTo>
                  <a:lnTo>
                    <a:pt x="5476886" y="2530769"/>
                  </a:lnTo>
                  <a:lnTo>
                    <a:pt x="5436357" y="2549019"/>
                  </a:lnTo>
                  <a:lnTo>
                    <a:pt x="5393959" y="2563567"/>
                  </a:lnTo>
                  <a:lnTo>
                    <a:pt x="5349895" y="2574211"/>
                  </a:lnTo>
                  <a:lnTo>
                    <a:pt x="5304370" y="2580746"/>
                  </a:lnTo>
                  <a:lnTo>
                    <a:pt x="5257587" y="25829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596" y="4939968"/>
              <a:ext cx="5353049" cy="21431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 marR="1286510">
              <a:lnSpc>
                <a:spcPct val="116100"/>
              </a:lnSpc>
              <a:spcBef>
                <a:spcPts val="100"/>
              </a:spcBef>
            </a:pPr>
            <a:r>
              <a:rPr spc="-100" dirty="0"/>
              <a:t>Similar </a:t>
            </a:r>
            <a:r>
              <a:rPr spc="-10" dirty="0"/>
              <a:t>to</a:t>
            </a:r>
            <a:r>
              <a:rPr spc="-85" dirty="0"/>
              <a:t> </a:t>
            </a:r>
            <a:r>
              <a:rPr spc="-50" dirty="0"/>
              <a:t>Where</a:t>
            </a:r>
            <a:r>
              <a:rPr spc="-90" dirty="0"/>
              <a:t> </a:t>
            </a:r>
            <a:r>
              <a:rPr dirty="0"/>
              <a:t>i.e.</a:t>
            </a:r>
            <a:r>
              <a:rPr spc="-85" dirty="0"/>
              <a:t> </a:t>
            </a:r>
            <a:r>
              <a:rPr spc="-130" dirty="0"/>
              <a:t>applies</a:t>
            </a:r>
            <a:r>
              <a:rPr spc="-85" dirty="0"/>
              <a:t> </a:t>
            </a:r>
            <a:r>
              <a:rPr spc="-195" dirty="0"/>
              <a:t>some</a:t>
            </a:r>
            <a:r>
              <a:rPr spc="-90" dirty="0"/>
              <a:t> </a:t>
            </a:r>
            <a:r>
              <a:rPr spc="-120" dirty="0"/>
              <a:t>condition</a:t>
            </a:r>
            <a:r>
              <a:rPr spc="-85" dirty="0"/>
              <a:t> </a:t>
            </a:r>
            <a:r>
              <a:rPr spc="-165" dirty="0"/>
              <a:t>on</a:t>
            </a:r>
            <a:r>
              <a:rPr spc="-85" dirty="0"/>
              <a:t> </a:t>
            </a:r>
            <a:r>
              <a:rPr spc="-10" dirty="0"/>
              <a:t>rows. </a:t>
            </a:r>
            <a:r>
              <a:rPr spc="-185" dirty="0"/>
              <a:t>Used</a:t>
            </a:r>
            <a:r>
              <a:rPr spc="-100" dirty="0"/>
              <a:t> </a:t>
            </a:r>
            <a:r>
              <a:rPr spc="-145" dirty="0"/>
              <a:t>when</a:t>
            </a:r>
            <a:r>
              <a:rPr spc="-95" dirty="0"/>
              <a:t> </a:t>
            </a:r>
            <a:r>
              <a:rPr spc="-150" dirty="0"/>
              <a:t>we</a:t>
            </a:r>
            <a:r>
              <a:rPr spc="-100" dirty="0"/>
              <a:t> </a:t>
            </a:r>
            <a:r>
              <a:rPr spc="-95" dirty="0"/>
              <a:t>want </a:t>
            </a:r>
            <a:r>
              <a:rPr spc="-10" dirty="0"/>
              <a:t>to</a:t>
            </a:r>
            <a:r>
              <a:rPr spc="-100" dirty="0"/>
              <a:t> </a:t>
            </a:r>
            <a:r>
              <a:rPr spc="-114" dirty="0"/>
              <a:t>apply</a:t>
            </a:r>
            <a:r>
              <a:rPr spc="-95" dirty="0"/>
              <a:t> </a:t>
            </a:r>
            <a:r>
              <a:rPr spc="-150" dirty="0"/>
              <a:t>any</a:t>
            </a:r>
            <a:r>
              <a:rPr spc="-100" dirty="0"/>
              <a:t> </a:t>
            </a:r>
            <a:r>
              <a:rPr spc="-120" dirty="0">
                <a:solidFill>
                  <a:srgbClr val="17D9FF"/>
                </a:solidFill>
              </a:rPr>
              <a:t>condition</a:t>
            </a:r>
            <a:r>
              <a:rPr spc="-95" dirty="0">
                <a:solidFill>
                  <a:srgbClr val="17D9FF"/>
                </a:solidFill>
              </a:rPr>
              <a:t> </a:t>
            </a:r>
            <a:r>
              <a:rPr spc="-20" dirty="0">
                <a:solidFill>
                  <a:srgbClr val="17D9FF"/>
                </a:solidFill>
              </a:rPr>
              <a:t>after</a:t>
            </a:r>
            <a:r>
              <a:rPr spc="-95" dirty="0">
                <a:solidFill>
                  <a:srgbClr val="17D9FF"/>
                </a:solidFill>
              </a:rPr>
              <a:t> </a:t>
            </a:r>
            <a:r>
              <a:rPr spc="-70" dirty="0">
                <a:solidFill>
                  <a:srgbClr val="17D9FF"/>
                </a:solidFill>
              </a:rPr>
              <a:t>grouping</a:t>
            </a:r>
            <a:r>
              <a:rPr spc="-70" dirty="0"/>
              <a:t>.</a:t>
            </a:r>
          </a:p>
          <a:p>
            <a:pPr>
              <a:lnSpc>
                <a:spcPct val="100000"/>
              </a:lnSpc>
            </a:pPr>
            <a:endParaRPr spc="-7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pc="-70" dirty="0"/>
          </a:p>
          <a:p>
            <a:pPr marL="12700">
              <a:lnSpc>
                <a:spcPct val="100000"/>
              </a:lnSpc>
            </a:pPr>
            <a:r>
              <a:rPr spc="-95" dirty="0"/>
              <a:t>Count</a:t>
            </a:r>
            <a:r>
              <a:rPr spc="-80" dirty="0"/>
              <a:t> </a:t>
            </a:r>
            <a:r>
              <a:rPr spc="-110" dirty="0"/>
              <a:t>number</a:t>
            </a:r>
            <a:r>
              <a:rPr spc="-80" dirty="0"/>
              <a:t> </a:t>
            </a:r>
            <a:r>
              <a:rPr spc="-95" dirty="0"/>
              <a:t>of</a:t>
            </a:r>
            <a:r>
              <a:rPr spc="-80" dirty="0"/>
              <a:t> </a:t>
            </a:r>
            <a:r>
              <a:rPr spc="-135" dirty="0"/>
              <a:t>students</a:t>
            </a:r>
            <a:r>
              <a:rPr spc="-80" dirty="0"/>
              <a:t> </a:t>
            </a:r>
            <a:r>
              <a:rPr spc="-100" dirty="0"/>
              <a:t>in</a:t>
            </a:r>
            <a:r>
              <a:rPr spc="-80" dirty="0"/>
              <a:t> </a:t>
            </a:r>
            <a:r>
              <a:rPr spc="-150" dirty="0"/>
              <a:t>each</a:t>
            </a:r>
            <a:r>
              <a:rPr spc="-80" dirty="0"/>
              <a:t> </a:t>
            </a:r>
            <a:r>
              <a:rPr spc="-85" dirty="0"/>
              <a:t>city</a:t>
            </a:r>
            <a:r>
              <a:rPr spc="-80" dirty="0"/>
              <a:t> </a:t>
            </a:r>
            <a:r>
              <a:rPr spc="-110" dirty="0"/>
              <a:t>where</a:t>
            </a:r>
            <a:r>
              <a:rPr spc="-80" dirty="0"/>
              <a:t> </a:t>
            </a:r>
            <a:r>
              <a:rPr spc="-145" dirty="0"/>
              <a:t>max</a:t>
            </a:r>
            <a:r>
              <a:rPr spc="-80" dirty="0"/>
              <a:t> </a:t>
            </a:r>
            <a:r>
              <a:rPr spc="-130" dirty="0"/>
              <a:t>marks</a:t>
            </a:r>
            <a:r>
              <a:rPr spc="-80" dirty="0"/>
              <a:t> </a:t>
            </a:r>
            <a:r>
              <a:rPr spc="-215" dirty="0"/>
              <a:t>cross</a:t>
            </a:r>
            <a:r>
              <a:rPr spc="-80" dirty="0"/>
              <a:t> </a:t>
            </a:r>
            <a:r>
              <a:rPr spc="35" dirty="0"/>
              <a:t>90.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34550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2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General</a:t>
            </a:r>
            <a:r>
              <a:rPr u="heavy" spc="-14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Order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106" y="2451039"/>
            <a:ext cx="4800600" cy="4083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001394">
              <a:lnSpc>
                <a:spcPct val="138700"/>
              </a:lnSpc>
              <a:spcBef>
                <a:spcPts val="100"/>
              </a:spcBef>
              <a:tabLst>
                <a:tab pos="1656080" algn="l"/>
              </a:tabLst>
            </a:pPr>
            <a:r>
              <a:rPr sz="3200" b="1" spc="-10" dirty="0">
                <a:solidFill>
                  <a:srgbClr val="A69EF1"/>
                </a:solidFill>
                <a:latin typeface="Arial"/>
                <a:cs typeface="Arial"/>
              </a:rPr>
              <a:t>SELECT</a:t>
            </a:r>
            <a:r>
              <a:rPr sz="3200" b="1" dirty="0">
                <a:solidFill>
                  <a:srgbClr val="A69EF1"/>
                </a:solidFill>
                <a:latin typeface="Arial"/>
                <a:cs typeface="Arial"/>
              </a:rPr>
              <a:t>	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column(s) </a:t>
            </a:r>
            <a:r>
              <a:rPr sz="3200" b="1" spc="-70" dirty="0">
                <a:solidFill>
                  <a:srgbClr val="A69EF1"/>
                </a:solidFill>
                <a:latin typeface="Arial"/>
                <a:cs typeface="Arial"/>
              </a:rPr>
              <a:t>FROM</a:t>
            </a:r>
            <a:r>
              <a:rPr sz="3200" b="1" spc="-14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 </a:t>
            </a:r>
            <a:r>
              <a:rPr sz="3200" b="1" spc="-120" dirty="0">
                <a:solidFill>
                  <a:srgbClr val="A69EF1"/>
                </a:solidFill>
                <a:latin typeface="Arial"/>
                <a:cs typeface="Arial"/>
              </a:rPr>
              <a:t>WHERE</a:t>
            </a:r>
            <a:r>
              <a:rPr sz="3200" b="1" spc="-9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condition </a:t>
            </a:r>
            <a:r>
              <a:rPr sz="3200" b="1" spc="-220" dirty="0">
                <a:solidFill>
                  <a:srgbClr val="A69EF1"/>
                </a:solidFill>
                <a:latin typeface="Arial"/>
                <a:cs typeface="Arial"/>
              </a:rPr>
              <a:t>GROUP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15" dirty="0">
                <a:solidFill>
                  <a:srgbClr val="A69EF1"/>
                </a:solidFill>
                <a:latin typeface="Arial"/>
                <a:cs typeface="Arial"/>
              </a:rPr>
              <a:t>BY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65" dirty="0">
                <a:solidFill>
                  <a:srgbClr val="FFFFFF"/>
                </a:solidFill>
                <a:latin typeface="Arial"/>
                <a:cs typeface="Arial"/>
              </a:rPr>
              <a:t>column(s) </a:t>
            </a:r>
            <a:r>
              <a:rPr sz="3200" b="1" spc="-40" dirty="0">
                <a:solidFill>
                  <a:srgbClr val="A69EF1"/>
                </a:solidFill>
                <a:latin typeface="Arial"/>
                <a:cs typeface="Arial"/>
              </a:rPr>
              <a:t>HAVING</a:t>
            </a:r>
            <a:r>
              <a:rPr sz="3200" b="1" spc="-16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condition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sz="3200" b="1" spc="-235" dirty="0">
                <a:solidFill>
                  <a:srgbClr val="A69EF1"/>
                </a:solidFill>
                <a:latin typeface="Arial"/>
                <a:cs typeface="Arial"/>
              </a:rPr>
              <a:t>ORDER</a:t>
            </a:r>
            <a:r>
              <a:rPr sz="3200" b="1" spc="-12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15" dirty="0">
                <a:solidFill>
                  <a:srgbClr val="A69EF1"/>
                </a:solidFill>
                <a:latin typeface="Arial"/>
                <a:cs typeface="Arial"/>
              </a:rPr>
              <a:t>BY</a:t>
            </a:r>
            <a:r>
              <a:rPr sz="3200" b="1" spc="-3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75" dirty="0">
                <a:solidFill>
                  <a:srgbClr val="FFFFFF"/>
                </a:solidFill>
                <a:latin typeface="Arial"/>
                <a:cs typeface="Arial"/>
              </a:rPr>
              <a:t>column(s)</a:t>
            </a:r>
            <a:r>
              <a:rPr sz="3200" i="1" spc="-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spc="-110" dirty="0">
                <a:solidFill>
                  <a:srgbClr val="A69EF1"/>
                </a:solidFill>
                <a:latin typeface="Arial"/>
                <a:cs typeface="Arial"/>
              </a:rPr>
              <a:t>ASC</a:t>
            </a:r>
            <a:r>
              <a:rPr sz="3200" b="1" i="1" spc="-110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79"/>
            <a:ext cx="346456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9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Having</a:t>
            </a:r>
            <a:r>
              <a:rPr u="heavy" spc="-114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9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Clause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700" y="4696236"/>
            <a:ext cx="5743575" cy="2583180"/>
            <a:chOff x="1028700" y="4696236"/>
            <a:chExt cx="5743575" cy="2583180"/>
          </a:xfrm>
        </p:grpSpPr>
        <p:sp>
          <p:nvSpPr>
            <p:cNvPr id="4" name="object 4"/>
            <p:cNvSpPr/>
            <p:nvPr/>
          </p:nvSpPr>
          <p:spPr>
            <a:xfrm>
              <a:off x="1028700" y="4696236"/>
              <a:ext cx="5743575" cy="2583180"/>
            </a:xfrm>
            <a:custGeom>
              <a:avLst/>
              <a:gdLst/>
              <a:ahLst/>
              <a:cxnLst/>
              <a:rect l="l" t="t" r="r" b="b"/>
              <a:pathLst>
                <a:path w="5743575" h="2583179">
                  <a:moveTo>
                    <a:pt x="5257587" y="2582970"/>
                  </a:moveTo>
                  <a:lnTo>
                    <a:pt x="485774" y="2582970"/>
                  </a:lnTo>
                  <a:lnTo>
                    <a:pt x="438991" y="2580746"/>
                  </a:lnTo>
                  <a:lnTo>
                    <a:pt x="393466" y="2574210"/>
                  </a:lnTo>
                  <a:lnTo>
                    <a:pt x="349402" y="2563567"/>
                  </a:lnTo>
                  <a:lnTo>
                    <a:pt x="307004" y="2549018"/>
                  </a:lnTo>
                  <a:lnTo>
                    <a:pt x="266475" y="2530769"/>
                  </a:lnTo>
                  <a:lnTo>
                    <a:pt x="228018" y="2509022"/>
                  </a:lnTo>
                  <a:lnTo>
                    <a:pt x="191838" y="2483981"/>
                  </a:lnTo>
                  <a:lnTo>
                    <a:pt x="158137" y="2455850"/>
                  </a:lnTo>
                  <a:lnTo>
                    <a:pt x="127119" y="2424832"/>
                  </a:lnTo>
                  <a:lnTo>
                    <a:pt x="98988" y="2391131"/>
                  </a:lnTo>
                  <a:lnTo>
                    <a:pt x="73947" y="2354951"/>
                  </a:lnTo>
                  <a:lnTo>
                    <a:pt x="52200" y="2316494"/>
                  </a:lnTo>
                  <a:lnTo>
                    <a:pt x="33951" y="2275965"/>
                  </a:lnTo>
                  <a:lnTo>
                    <a:pt x="19402" y="2233567"/>
                  </a:lnTo>
                  <a:lnTo>
                    <a:pt x="8759" y="2189503"/>
                  </a:lnTo>
                  <a:lnTo>
                    <a:pt x="2223" y="2143978"/>
                  </a:lnTo>
                  <a:lnTo>
                    <a:pt x="0" y="2097195"/>
                  </a:lnTo>
                  <a:lnTo>
                    <a:pt x="0" y="485775"/>
                  </a:lnTo>
                  <a:lnTo>
                    <a:pt x="2223" y="438991"/>
                  </a:lnTo>
                  <a:lnTo>
                    <a:pt x="8759" y="393466"/>
                  </a:lnTo>
                  <a:lnTo>
                    <a:pt x="19402" y="349403"/>
                  </a:lnTo>
                  <a:lnTo>
                    <a:pt x="33951" y="307004"/>
                  </a:lnTo>
                  <a:lnTo>
                    <a:pt x="52200" y="266475"/>
                  </a:lnTo>
                  <a:lnTo>
                    <a:pt x="73947" y="228019"/>
                  </a:lnTo>
                  <a:lnTo>
                    <a:pt x="98988" y="191838"/>
                  </a:lnTo>
                  <a:lnTo>
                    <a:pt x="127119" y="158137"/>
                  </a:lnTo>
                  <a:lnTo>
                    <a:pt x="158137" y="127119"/>
                  </a:lnTo>
                  <a:lnTo>
                    <a:pt x="191838" y="98988"/>
                  </a:lnTo>
                  <a:lnTo>
                    <a:pt x="228018" y="73947"/>
                  </a:lnTo>
                  <a:lnTo>
                    <a:pt x="266475" y="52200"/>
                  </a:lnTo>
                  <a:lnTo>
                    <a:pt x="307004" y="33951"/>
                  </a:lnTo>
                  <a:lnTo>
                    <a:pt x="349402" y="19402"/>
                  </a:lnTo>
                  <a:lnTo>
                    <a:pt x="393466" y="8759"/>
                  </a:lnTo>
                  <a:lnTo>
                    <a:pt x="438991" y="2223"/>
                  </a:lnTo>
                  <a:lnTo>
                    <a:pt x="485774" y="0"/>
                  </a:lnTo>
                  <a:lnTo>
                    <a:pt x="5257587" y="0"/>
                  </a:lnTo>
                  <a:lnTo>
                    <a:pt x="5304370" y="2223"/>
                  </a:lnTo>
                  <a:lnTo>
                    <a:pt x="5349895" y="8759"/>
                  </a:lnTo>
                  <a:lnTo>
                    <a:pt x="5393959" y="19402"/>
                  </a:lnTo>
                  <a:lnTo>
                    <a:pt x="5436357" y="33951"/>
                  </a:lnTo>
                  <a:lnTo>
                    <a:pt x="5476886" y="52200"/>
                  </a:lnTo>
                  <a:lnTo>
                    <a:pt x="5515343" y="73947"/>
                  </a:lnTo>
                  <a:lnTo>
                    <a:pt x="5551524" y="98988"/>
                  </a:lnTo>
                  <a:lnTo>
                    <a:pt x="5585225" y="127119"/>
                  </a:lnTo>
                  <a:lnTo>
                    <a:pt x="5616242" y="158137"/>
                  </a:lnTo>
                  <a:lnTo>
                    <a:pt x="5644374" y="191838"/>
                  </a:lnTo>
                  <a:lnTo>
                    <a:pt x="5669414" y="228019"/>
                  </a:lnTo>
                  <a:lnTo>
                    <a:pt x="5691161" y="266475"/>
                  </a:lnTo>
                  <a:lnTo>
                    <a:pt x="5709411" y="307004"/>
                  </a:lnTo>
                  <a:lnTo>
                    <a:pt x="5723959" y="349403"/>
                  </a:lnTo>
                  <a:lnTo>
                    <a:pt x="5734603" y="393466"/>
                  </a:lnTo>
                  <a:lnTo>
                    <a:pt x="5741138" y="438991"/>
                  </a:lnTo>
                  <a:lnTo>
                    <a:pt x="5743362" y="485775"/>
                  </a:lnTo>
                  <a:lnTo>
                    <a:pt x="5743362" y="2097195"/>
                  </a:lnTo>
                  <a:lnTo>
                    <a:pt x="5741138" y="2143978"/>
                  </a:lnTo>
                  <a:lnTo>
                    <a:pt x="5734603" y="2189503"/>
                  </a:lnTo>
                  <a:lnTo>
                    <a:pt x="5723959" y="2233567"/>
                  </a:lnTo>
                  <a:lnTo>
                    <a:pt x="5709411" y="2275965"/>
                  </a:lnTo>
                  <a:lnTo>
                    <a:pt x="5691161" y="2316494"/>
                  </a:lnTo>
                  <a:lnTo>
                    <a:pt x="5669414" y="2354951"/>
                  </a:lnTo>
                  <a:lnTo>
                    <a:pt x="5644374" y="2391131"/>
                  </a:lnTo>
                  <a:lnTo>
                    <a:pt x="5616242" y="2424832"/>
                  </a:lnTo>
                  <a:lnTo>
                    <a:pt x="5585225" y="2455850"/>
                  </a:lnTo>
                  <a:lnTo>
                    <a:pt x="5551524" y="2483981"/>
                  </a:lnTo>
                  <a:lnTo>
                    <a:pt x="5515343" y="2509022"/>
                  </a:lnTo>
                  <a:lnTo>
                    <a:pt x="5476886" y="2530769"/>
                  </a:lnTo>
                  <a:lnTo>
                    <a:pt x="5436357" y="2549018"/>
                  </a:lnTo>
                  <a:lnTo>
                    <a:pt x="5393959" y="2563567"/>
                  </a:lnTo>
                  <a:lnTo>
                    <a:pt x="5349895" y="2574210"/>
                  </a:lnTo>
                  <a:lnTo>
                    <a:pt x="5304370" y="2580746"/>
                  </a:lnTo>
                  <a:lnTo>
                    <a:pt x="5257587" y="258297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1596" y="4939970"/>
              <a:ext cx="5353049" cy="2143124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3495" marR="1286510">
              <a:lnSpc>
                <a:spcPct val="116100"/>
              </a:lnSpc>
              <a:spcBef>
                <a:spcPts val="100"/>
              </a:spcBef>
            </a:pPr>
            <a:r>
              <a:rPr spc="-100" dirty="0"/>
              <a:t>Similar </a:t>
            </a:r>
            <a:r>
              <a:rPr spc="-10" dirty="0"/>
              <a:t>to</a:t>
            </a:r>
            <a:r>
              <a:rPr spc="-85" dirty="0"/>
              <a:t> </a:t>
            </a:r>
            <a:r>
              <a:rPr spc="-50" dirty="0"/>
              <a:t>Where</a:t>
            </a:r>
            <a:r>
              <a:rPr spc="-90" dirty="0"/>
              <a:t> </a:t>
            </a:r>
            <a:r>
              <a:rPr dirty="0"/>
              <a:t>i.e.</a:t>
            </a:r>
            <a:r>
              <a:rPr spc="-85" dirty="0"/>
              <a:t> </a:t>
            </a:r>
            <a:r>
              <a:rPr spc="-130" dirty="0"/>
              <a:t>applies</a:t>
            </a:r>
            <a:r>
              <a:rPr spc="-85" dirty="0"/>
              <a:t> </a:t>
            </a:r>
            <a:r>
              <a:rPr spc="-195" dirty="0"/>
              <a:t>some</a:t>
            </a:r>
            <a:r>
              <a:rPr spc="-90" dirty="0"/>
              <a:t> </a:t>
            </a:r>
            <a:r>
              <a:rPr spc="-120" dirty="0"/>
              <a:t>condition</a:t>
            </a:r>
            <a:r>
              <a:rPr spc="-85" dirty="0"/>
              <a:t> </a:t>
            </a:r>
            <a:r>
              <a:rPr spc="-165" dirty="0"/>
              <a:t>on</a:t>
            </a:r>
            <a:r>
              <a:rPr spc="-85" dirty="0"/>
              <a:t> </a:t>
            </a:r>
            <a:r>
              <a:rPr spc="-10" dirty="0"/>
              <a:t>rows. </a:t>
            </a:r>
            <a:r>
              <a:rPr spc="-185" dirty="0"/>
              <a:t>Used</a:t>
            </a:r>
            <a:r>
              <a:rPr spc="-100" dirty="0"/>
              <a:t> </a:t>
            </a:r>
            <a:r>
              <a:rPr spc="-145" dirty="0"/>
              <a:t>when</a:t>
            </a:r>
            <a:r>
              <a:rPr spc="-95" dirty="0"/>
              <a:t> </a:t>
            </a:r>
            <a:r>
              <a:rPr spc="-150" dirty="0"/>
              <a:t>we</a:t>
            </a:r>
            <a:r>
              <a:rPr spc="-100" dirty="0"/>
              <a:t> </a:t>
            </a:r>
            <a:r>
              <a:rPr spc="-95" dirty="0"/>
              <a:t>want </a:t>
            </a:r>
            <a:r>
              <a:rPr spc="-10" dirty="0"/>
              <a:t>to</a:t>
            </a:r>
            <a:r>
              <a:rPr spc="-100" dirty="0"/>
              <a:t> </a:t>
            </a:r>
            <a:r>
              <a:rPr spc="-114" dirty="0"/>
              <a:t>apply</a:t>
            </a:r>
            <a:r>
              <a:rPr spc="-95" dirty="0"/>
              <a:t> </a:t>
            </a:r>
            <a:r>
              <a:rPr spc="-150" dirty="0"/>
              <a:t>any</a:t>
            </a:r>
            <a:r>
              <a:rPr spc="-100" dirty="0"/>
              <a:t> </a:t>
            </a:r>
            <a:r>
              <a:rPr spc="-120" dirty="0">
                <a:solidFill>
                  <a:srgbClr val="17D9FF"/>
                </a:solidFill>
              </a:rPr>
              <a:t>condition</a:t>
            </a:r>
            <a:r>
              <a:rPr spc="-95" dirty="0">
                <a:solidFill>
                  <a:srgbClr val="17D9FF"/>
                </a:solidFill>
              </a:rPr>
              <a:t> </a:t>
            </a:r>
            <a:r>
              <a:rPr spc="-20" dirty="0">
                <a:solidFill>
                  <a:srgbClr val="17D9FF"/>
                </a:solidFill>
              </a:rPr>
              <a:t>after</a:t>
            </a:r>
            <a:r>
              <a:rPr spc="-95" dirty="0">
                <a:solidFill>
                  <a:srgbClr val="17D9FF"/>
                </a:solidFill>
              </a:rPr>
              <a:t> </a:t>
            </a:r>
            <a:r>
              <a:rPr spc="-70" dirty="0">
                <a:solidFill>
                  <a:srgbClr val="17D9FF"/>
                </a:solidFill>
              </a:rPr>
              <a:t>grouping</a:t>
            </a:r>
            <a:r>
              <a:rPr spc="-70" dirty="0"/>
              <a:t>.</a:t>
            </a:r>
          </a:p>
          <a:p>
            <a:pPr>
              <a:lnSpc>
                <a:spcPct val="100000"/>
              </a:lnSpc>
            </a:pPr>
            <a:endParaRPr spc="-7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spc="-70" dirty="0"/>
          </a:p>
          <a:p>
            <a:pPr marL="12700">
              <a:lnSpc>
                <a:spcPct val="100000"/>
              </a:lnSpc>
            </a:pPr>
            <a:r>
              <a:rPr spc="-95" dirty="0"/>
              <a:t>Count</a:t>
            </a:r>
            <a:r>
              <a:rPr spc="-80" dirty="0"/>
              <a:t> </a:t>
            </a:r>
            <a:r>
              <a:rPr spc="-110" dirty="0"/>
              <a:t>number</a:t>
            </a:r>
            <a:r>
              <a:rPr spc="-80" dirty="0"/>
              <a:t> </a:t>
            </a:r>
            <a:r>
              <a:rPr spc="-95" dirty="0"/>
              <a:t>of</a:t>
            </a:r>
            <a:r>
              <a:rPr spc="-80" dirty="0"/>
              <a:t> </a:t>
            </a:r>
            <a:r>
              <a:rPr spc="-135" dirty="0"/>
              <a:t>students</a:t>
            </a:r>
            <a:r>
              <a:rPr spc="-80" dirty="0"/>
              <a:t> </a:t>
            </a:r>
            <a:r>
              <a:rPr spc="-100" dirty="0"/>
              <a:t>in</a:t>
            </a:r>
            <a:r>
              <a:rPr spc="-80" dirty="0"/>
              <a:t> </a:t>
            </a:r>
            <a:r>
              <a:rPr spc="-150" dirty="0"/>
              <a:t>each</a:t>
            </a:r>
            <a:r>
              <a:rPr spc="-80" dirty="0"/>
              <a:t> </a:t>
            </a:r>
            <a:r>
              <a:rPr spc="-85" dirty="0"/>
              <a:t>city</a:t>
            </a:r>
            <a:r>
              <a:rPr spc="-80" dirty="0"/>
              <a:t> </a:t>
            </a:r>
            <a:r>
              <a:rPr spc="-110" dirty="0"/>
              <a:t>where</a:t>
            </a:r>
            <a:r>
              <a:rPr spc="-80" dirty="0"/>
              <a:t> </a:t>
            </a:r>
            <a:r>
              <a:rPr spc="-145" dirty="0"/>
              <a:t>max</a:t>
            </a:r>
            <a:r>
              <a:rPr spc="-80" dirty="0"/>
              <a:t> </a:t>
            </a:r>
            <a:r>
              <a:rPr spc="-130" dirty="0"/>
              <a:t>marks</a:t>
            </a:r>
            <a:r>
              <a:rPr spc="-80" dirty="0"/>
              <a:t> </a:t>
            </a:r>
            <a:r>
              <a:rPr spc="-215" dirty="0"/>
              <a:t>cross</a:t>
            </a:r>
            <a:r>
              <a:rPr spc="-80" dirty="0"/>
              <a:t> </a:t>
            </a:r>
            <a:r>
              <a:rPr spc="35" dirty="0"/>
              <a:t>90.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Table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u="heavy" spc="-20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Queries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700" y="5806648"/>
            <a:ext cx="5031740" cy="2136140"/>
            <a:chOff x="1028700" y="5806648"/>
            <a:chExt cx="5031740" cy="2136140"/>
          </a:xfrm>
        </p:grpSpPr>
        <p:sp>
          <p:nvSpPr>
            <p:cNvPr id="4" name="object 4"/>
            <p:cNvSpPr/>
            <p:nvPr/>
          </p:nvSpPr>
          <p:spPr>
            <a:xfrm>
              <a:off x="1028700" y="5806648"/>
              <a:ext cx="5031740" cy="2136140"/>
            </a:xfrm>
            <a:custGeom>
              <a:avLst/>
              <a:gdLst/>
              <a:ahLst/>
              <a:cxnLst/>
              <a:rect l="l" t="t" r="r" b="b"/>
              <a:pathLst>
                <a:path w="5031740" h="2136140">
                  <a:moveTo>
                    <a:pt x="4545360" y="2135944"/>
                  </a:moveTo>
                  <a:lnTo>
                    <a:pt x="485774" y="2135944"/>
                  </a:lnTo>
                  <a:lnTo>
                    <a:pt x="437762" y="2133567"/>
                  </a:lnTo>
                  <a:lnTo>
                    <a:pt x="390562" y="2126524"/>
                  </a:lnTo>
                  <a:lnTo>
                    <a:pt x="344494" y="2114946"/>
                  </a:lnTo>
                  <a:lnTo>
                    <a:pt x="299876" y="2098966"/>
                  </a:lnTo>
                  <a:lnTo>
                    <a:pt x="257028" y="2078716"/>
                  </a:lnTo>
                  <a:lnTo>
                    <a:pt x="216266" y="2054328"/>
                  </a:lnTo>
                  <a:lnTo>
                    <a:pt x="177911" y="2025933"/>
                  </a:lnTo>
                  <a:lnTo>
                    <a:pt x="142280" y="1993663"/>
                  </a:lnTo>
                  <a:lnTo>
                    <a:pt x="110010" y="1958033"/>
                  </a:lnTo>
                  <a:lnTo>
                    <a:pt x="81615" y="1919677"/>
                  </a:lnTo>
                  <a:lnTo>
                    <a:pt x="57227" y="1878916"/>
                  </a:lnTo>
                  <a:lnTo>
                    <a:pt x="36977" y="1836067"/>
                  </a:lnTo>
                  <a:lnTo>
                    <a:pt x="20997" y="1791449"/>
                  </a:lnTo>
                  <a:lnTo>
                    <a:pt x="9420" y="1745381"/>
                  </a:lnTo>
                  <a:lnTo>
                    <a:pt x="2377" y="1698182"/>
                  </a:lnTo>
                  <a:lnTo>
                    <a:pt x="0" y="1650169"/>
                  </a:lnTo>
                  <a:lnTo>
                    <a:pt x="0" y="485774"/>
                  </a:lnTo>
                  <a:lnTo>
                    <a:pt x="2377" y="437761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545360" y="0"/>
                  </a:lnTo>
                  <a:lnTo>
                    <a:pt x="4593373" y="2377"/>
                  </a:lnTo>
                  <a:lnTo>
                    <a:pt x="4640573" y="9420"/>
                  </a:lnTo>
                  <a:lnTo>
                    <a:pt x="4686641" y="20997"/>
                  </a:lnTo>
                  <a:lnTo>
                    <a:pt x="4731258" y="36977"/>
                  </a:lnTo>
                  <a:lnTo>
                    <a:pt x="4774107" y="57227"/>
                  </a:lnTo>
                  <a:lnTo>
                    <a:pt x="4814868" y="81615"/>
                  </a:lnTo>
                  <a:lnTo>
                    <a:pt x="4853224" y="110010"/>
                  </a:lnTo>
                  <a:lnTo>
                    <a:pt x="4888855" y="142280"/>
                  </a:lnTo>
                  <a:lnTo>
                    <a:pt x="4921124" y="177911"/>
                  </a:lnTo>
                  <a:lnTo>
                    <a:pt x="4949519" y="216266"/>
                  </a:lnTo>
                  <a:lnTo>
                    <a:pt x="4973908" y="257027"/>
                  </a:lnTo>
                  <a:lnTo>
                    <a:pt x="4994158" y="299876"/>
                  </a:lnTo>
                  <a:lnTo>
                    <a:pt x="5010137" y="344494"/>
                  </a:lnTo>
                  <a:lnTo>
                    <a:pt x="5021715" y="390562"/>
                  </a:lnTo>
                  <a:lnTo>
                    <a:pt x="5028758" y="437761"/>
                  </a:lnTo>
                  <a:lnTo>
                    <a:pt x="5031135" y="485774"/>
                  </a:lnTo>
                  <a:lnTo>
                    <a:pt x="5031135" y="1650169"/>
                  </a:lnTo>
                  <a:lnTo>
                    <a:pt x="5028758" y="1698182"/>
                  </a:lnTo>
                  <a:lnTo>
                    <a:pt x="5021715" y="1745381"/>
                  </a:lnTo>
                  <a:lnTo>
                    <a:pt x="5010137" y="1791449"/>
                  </a:lnTo>
                  <a:lnTo>
                    <a:pt x="4994158" y="1836067"/>
                  </a:lnTo>
                  <a:lnTo>
                    <a:pt x="4973908" y="1878916"/>
                  </a:lnTo>
                  <a:lnTo>
                    <a:pt x="4949519" y="1919677"/>
                  </a:lnTo>
                  <a:lnTo>
                    <a:pt x="4921124" y="1958033"/>
                  </a:lnTo>
                  <a:lnTo>
                    <a:pt x="4888855" y="1993663"/>
                  </a:lnTo>
                  <a:lnTo>
                    <a:pt x="4853224" y="2025933"/>
                  </a:lnTo>
                  <a:lnTo>
                    <a:pt x="4814868" y="2054328"/>
                  </a:lnTo>
                  <a:lnTo>
                    <a:pt x="4774107" y="2078716"/>
                  </a:lnTo>
                  <a:lnTo>
                    <a:pt x="4731258" y="2098966"/>
                  </a:lnTo>
                  <a:lnTo>
                    <a:pt x="4686641" y="2114946"/>
                  </a:lnTo>
                  <a:lnTo>
                    <a:pt x="4640573" y="2126524"/>
                  </a:lnTo>
                  <a:lnTo>
                    <a:pt x="4593373" y="2133567"/>
                  </a:lnTo>
                  <a:lnTo>
                    <a:pt x="4545360" y="21359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63948" y="5962745"/>
              <a:ext cx="4562474" cy="18383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7106" y="2024221"/>
            <a:ext cx="5120005" cy="270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Update</a:t>
            </a:r>
            <a:r>
              <a:rPr sz="2800" b="1" spc="-7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(to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update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existing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rows)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5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-200" dirty="0">
                <a:solidFill>
                  <a:srgbClr val="A69EF1"/>
                </a:solidFill>
                <a:latin typeface="Arial"/>
                <a:cs typeface="Arial"/>
              </a:rPr>
              <a:t>UPDATE</a:t>
            </a:r>
            <a:r>
              <a:rPr sz="3200" b="1" spc="-9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spc="-235" dirty="0">
                <a:solidFill>
                  <a:srgbClr val="A69EF1"/>
                </a:solidFill>
                <a:latin typeface="Arial"/>
                <a:cs typeface="Arial"/>
              </a:rPr>
              <a:t>SET</a:t>
            </a:r>
            <a:r>
              <a:rPr sz="3200" b="1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col1</a:t>
            </a:r>
            <a:r>
              <a:rPr sz="3200" i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9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3200" i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val1, col2</a:t>
            </a:r>
            <a:r>
              <a:rPr sz="3200" i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90" dirty="0">
                <a:solidFill>
                  <a:srgbClr val="FFFFFF"/>
                </a:solidFill>
                <a:latin typeface="Arial"/>
                <a:cs typeface="Arial"/>
              </a:rPr>
              <a:t>=</a:t>
            </a:r>
            <a:r>
              <a:rPr sz="3200" i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20" dirty="0">
                <a:solidFill>
                  <a:srgbClr val="FFFFFF"/>
                </a:solidFill>
                <a:latin typeface="Arial"/>
                <a:cs typeface="Arial"/>
              </a:rPr>
              <a:t>val2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spc="-120" dirty="0">
                <a:solidFill>
                  <a:srgbClr val="A69EF1"/>
                </a:solidFill>
                <a:latin typeface="Arial"/>
                <a:cs typeface="Arial"/>
              </a:rPr>
              <a:t>WHERE</a:t>
            </a:r>
            <a:r>
              <a:rPr sz="3200" b="1" spc="-9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condition;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Table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u="heavy" spc="-20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Queries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28699" y="5806648"/>
            <a:ext cx="5031740" cy="1611630"/>
            <a:chOff x="1028699" y="5806648"/>
            <a:chExt cx="5031740" cy="1611630"/>
          </a:xfrm>
        </p:grpSpPr>
        <p:sp>
          <p:nvSpPr>
            <p:cNvPr id="4" name="object 4"/>
            <p:cNvSpPr/>
            <p:nvPr/>
          </p:nvSpPr>
          <p:spPr>
            <a:xfrm>
              <a:off x="1028699" y="5806648"/>
              <a:ext cx="5031740" cy="1611630"/>
            </a:xfrm>
            <a:custGeom>
              <a:avLst/>
              <a:gdLst/>
              <a:ahLst/>
              <a:cxnLst/>
              <a:rect l="l" t="t" r="r" b="b"/>
              <a:pathLst>
                <a:path w="5031740" h="1611629">
                  <a:moveTo>
                    <a:pt x="4545360" y="1611030"/>
                  </a:moveTo>
                  <a:lnTo>
                    <a:pt x="485774" y="1611030"/>
                  </a:lnTo>
                  <a:lnTo>
                    <a:pt x="437762" y="1608653"/>
                  </a:lnTo>
                  <a:lnTo>
                    <a:pt x="390562" y="1601610"/>
                  </a:lnTo>
                  <a:lnTo>
                    <a:pt x="344494" y="1590033"/>
                  </a:lnTo>
                  <a:lnTo>
                    <a:pt x="299876" y="1574053"/>
                  </a:lnTo>
                  <a:lnTo>
                    <a:pt x="257028" y="1553803"/>
                  </a:lnTo>
                  <a:lnTo>
                    <a:pt x="216266" y="1529414"/>
                  </a:lnTo>
                  <a:lnTo>
                    <a:pt x="177911" y="1501019"/>
                  </a:lnTo>
                  <a:lnTo>
                    <a:pt x="142280" y="1468750"/>
                  </a:lnTo>
                  <a:lnTo>
                    <a:pt x="110010" y="1433119"/>
                  </a:lnTo>
                  <a:lnTo>
                    <a:pt x="81615" y="1394763"/>
                  </a:lnTo>
                  <a:lnTo>
                    <a:pt x="57227" y="1354002"/>
                  </a:lnTo>
                  <a:lnTo>
                    <a:pt x="36977" y="1311153"/>
                  </a:lnTo>
                  <a:lnTo>
                    <a:pt x="20997" y="1266535"/>
                  </a:lnTo>
                  <a:lnTo>
                    <a:pt x="9420" y="1220468"/>
                  </a:lnTo>
                  <a:lnTo>
                    <a:pt x="2377" y="1173268"/>
                  </a:lnTo>
                  <a:lnTo>
                    <a:pt x="0" y="1125255"/>
                  </a:lnTo>
                  <a:lnTo>
                    <a:pt x="0" y="485774"/>
                  </a:lnTo>
                  <a:lnTo>
                    <a:pt x="2377" y="437761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545360" y="0"/>
                  </a:lnTo>
                  <a:lnTo>
                    <a:pt x="4593373" y="2377"/>
                  </a:lnTo>
                  <a:lnTo>
                    <a:pt x="4640573" y="9420"/>
                  </a:lnTo>
                  <a:lnTo>
                    <a:pt x="4686641" y="20997"/>
                  </a:lnTo>
                  <a:lnTo>
                    <a:pt x="4731258" y="36977"/>
                  </a:lnTo>
                  <a:lnTo>
                    <a:pt x="4774107" y="57227"/>
                  </a:lnTo>
                  <a:lnTo>
                    <a:pt x="4814868" y="81615"/>
                  </a:lnTo>
                  <a:lnTo>
                    <a:pt x="4853224" y="110010"/>
                  </a:lnTo>
                  <a:lnTo>
                    <a:pt x="4888855" y="142280"/>
                  </a:lnTo>
                  <a:lnTo>
                    <a:pt x="4921124" y="177911"/>
                  </a:lnTo>
                  <a:lnTo>
                    <a:pt x="4949519" y="216266"/>
                  </a:lnTo>
                  <a:lnTo>
                    <a:pt x="4973908" y="257027"/>
                  </a:lnTo>
                  <a:lnTo>
                    <a:pt x="4994158" y="299876"/>
                  </a:lnTo>
                  <a:lnTo>
                    <a:pt x="5010137" y="344494"/>
                  </a:lnTo>
                  <a:lnTo>
                    <a:pt x="5021715" y="390562"/>
                  </a:lnTo>
                  <a:lnTo>
                    <a:pt x="5028758" y="437761"/>
                  </a:lnTo>
                  <a:lnTo>
                    <a:pt x="5031135" y="485774"/>
                  </a:lnTo>
                  <a:lnTo>
                    <a:pt x="5031135" y="1125255"/>
                  </a:lnTo>
                  <a:lnTo>
                    <a:pt x="5028758" y="1173268"/>
                  </a:lnTo>
                  <a:lnTo>
                    <a:pt x="5021715" y="1220468"/>
                  </a:lnTo>
                  <a:lnTo>
                    <a:pt x="5010137" y="1266535"/>
                  </a:lnTo>
                  <a:lnTo>
                    <a:pt x="4994158" y="1311153"/>
                  </a:lnTo>
                  <a:lnTo>
                    <a:pt x="4973908" y="1354002"/>
                  </a:lnTo>
                  <a:lnTo>
                    <a:pt x="4949519" y="1394763"/>
                  </a:lnTo>
                  <a:lnTo>
                    <a:pt x="4921124" y="1433119"/>
                  </a:lnTo>
                  <a:lnTo>
                    <a:pt x="4888855" y="1468750"/>
                  </a:lnTo>
                  <a:lnTo>
                    <a:pt x="4853224" y="1501019"/>
                  </a:lnTo>
                  <a:lnTo>
                    <a:pt x="4814868" y="1529414"/>
                  </a:lnTo>
                  <a:lnTo>
                    <a:pt x="4774107" y="1553803"/>
                  </a:lnTo>
                  <a:lnTo>
                    <a:pt x="4731258" y="1574053"/>
                  </a:lnTo>
                  <a:lnTo>
                    <a:pt x="4686641" y="1590033"/>
                  </a:lnTo>
                  <a:lnTo>
                    <a:pt x="4640573" y="1601610"/>
                  </a:lnTo>
                  <a:lnTo>
                    <a:pt x="4593373" y="1608653"/>
                  </a:lnTo>
                  <a:lnTo>
                    <a:pt x="4545360" y="161103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5914" y="6014230"/>
              <a:ext cx="4533899" cy="120014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7106" y="2024226"/>
            <a:ext cx="4974590" cy="22682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55" dirty="0">
                <a:solidFill>
                  <a:srgbClr val="17D9FF"/>
                </a:solidFill>
                <a:latin typeface="Arial"/>
                <a:cs typeface="Arial"/>
              </a:rPr>
              <a:t>Delete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(to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delete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existing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rows)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1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200" b="1" spc="-195" dirty="0">
                <a:solidFill>
                  <a:srgbClr val="A69EF1"/>
                </a:solidFill>
                <a:latin typeface="Arial"/>
                <a:cs typeface="Arial"/>
              </a:rPr>
              <a:t>DELETE</a:t>
            </a:r>
            <a:r>
              <a:rPr sz="3200" b="1" spc="-100" dirty="0">
                <a:solidFill>
                  <a:srgbClr val="A69EF1"/>
                </a:solidFill>
                <a:latin typeface="Arial"/>
                <a:cs typeface="Arial"/>
              </a:rPr>
              <a:t> FROM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spc="-120" dirty="0">
                <a:solidFill>
                  <a:srgbClr val="A69EF1"/>
                </a:solidFill>
                <a:latin typeface="Arial"/>
                <a:cs typeface="Arial"/>
              </a:rPr>
              <a:t>WHERE</a:t>
            </a:r>
            <a:r>
              <a:rPr sz="3200" b="1" spc="-9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condition;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4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Cascading</a:t>
            </a:r>
            <a:r>
              <a:rPr u="heavy" spc="-14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for</a:t>
            </a: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2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FK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108619" y="6228220"/>
            <a:ext cx="8075930" cy="3242310"/>
            <a:chOff x="1108619" y="6228220"/>
            <a:chExt cx="8075930" cy="3242310"/>
          </a:xfrm>
        </p:grpSpPr>
        <p:sp>
          <p:nvSpPr>
            <p:cNvPr id="4" name="object 4"/>
            <p:cNvSpPr/>
            <p:nvPr/>
          </p:nvSpPr>
          <p:spPr>
            <a:xfrm>
              <a:off x="1108619" y="6228220"/>
              <a:ext cx="8075930" cy="3242310"/>
            </a:xfrm>
            <a:custGeom>
              <a:avLst/>
              <a:gdLst/>
              <a:ahLst/>
              <a:cxnLst/>
              <a:rect l="l" t="t" r="r" b="b"/>
              <a:pathLst>
                <a:path w="8075930" h="3242309">
                  <a:moveTo>
                    <a:pt x="7589861" y="3241908"/>
                  </a:moveTo>
                  <a:lnTo>
                    <a:pt x="485774" y="3241908"/>
                  </a:lnTo>
                  <a:lnTo>
                    <a:pt x="437762" y="3239531"/>
                  </a:lnTo>
                  <a:lnTo>
                    <a:pt x="390562" y="3232488"/>
                  </a:lnTo>
                  <a:lnTo>
                    <a:pt x="344494" y="3220911"/>
                  </a:lnTo>
                  <a:lnTo>
                    <a:pt x="299876" y="3204931"/>
                  </a:lnTo>
                  <a:lnTo>
                    <a:pt x="257028" y="3184681"/>
                  </a:lnTo>
                  <a:lnTo>
                    <a:pt x="216266" y="3160293"/>
                  </a:lnTo>
                  <a:lnTo>
                    <a:pt x="177911" y="3131898"/>
                  </a:lnTo>
                  <a:lnTo>
                    <a:pt x="142280" y="3099629"/>
                  </a:lnTo>
                  <a:lnTo>
                    <a:pt x="110010" y="3063998"/>
                  </a:lnTo>
                  <a:lnTo>
                    <a:pt x="81615" y="3025642"/>
                  </a:lnTo>
                  <a:lnTo>
                    <a:pt x="57227" y="2984881"/>
                  </a:lnTo>
                  <a:lnTo>
                    <a:pt x="36977" y="2942032"/>
                  </a:lnTo>
                  <a:lnTo>
                    <a:pt x="20997" y="2897414"/>
                  </a:lnTo>
                  <a:lnTo>
                    <a:pt x="9420" y="2851346"/>
                  </a:lnTo>
                  <a:lnTo>
                    <a:pt x="2377" y="2804147"/>
                  </a:lnTo>
                  <a:lnTo>
                    <a:pt x="0" y="2756133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1"/>
                  </a:lnTo>
                  <a:lnTo>
                    <a:pt x="216266" y="81616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7589861" y="0"/>
                  </a:lnTo>
                  <a:lnTo>
                    <a:pt x="7637874" y="2377"/>
                  </a:lnTo>
                  <a:lnTo>
                    <a:pt x="7685074" y="9420"/>
                  </a:lnTo>
                  <a:lnTo>
                    <a:pt x="7731141" y="20997"/>
                  </a:lnTo>
                  <a:lnTo>
                    <a:pt x="7775759" y="36977"/>
                  </a:lnTo>
                  <a:lnTo>
                    <a:pt x="7818607" y="57227"/>
                  </a:lnTo>
                  <a:lnTo>
                    <a:pt x="7859368" y="81616"/>
                  </a:lnTo>
                  <a:lnTo>
                    <a:pt x="7897724" y="110011"/>
                  </a:lnTo>
                  <a:lnTo>
                    <a:pt x="7933355" y="142280"/>
                  </a:lnTo>
                  <a:lnTo>
                    <a:pt x="7965624" y="177911"/>
                  </a:lnTo>
                  <a:lnTo>
                    <a:pt x="7994019" y="216266"/>
                  </a:lnTo>
                  <a:lnTo>
                    <a:pt x="8018408" y="257028"/>
                  </a:lnTo>
                  <a:lnTo>
                    <a:pt x="8038658" y="299877"/>
                  </a:lnTo>
                  <a:lnTo>
                    <a:pt x="8054638" y="344494"/>
                  </a:lnTo>
                  <a:lnTo>
                    <a:pt x="8066216" y="390562"/>
                  </a:lnTo>
                  <a:lnTo>
                    <a:pt x="8073259" y="437762"/>
                  </a:lnTo>
                  <a:lnTo>
                    <a:pt x="8075636" y="485775"/>
                  </a:lnTo>
                  <a:lnTo>
                    <a:pt x="8075636" y="2756133"/>
                  </a:lnTo>
                  <a:lnTo>
                    <a:pt x="8073259" y="2804147"/>
                  </a:lnTo>
                  <a:lnTo>
                    <a:pt x="8066216" y="2851346"/>
                  </a:lnTo>
                  <a:lnTo>
                    <a:pt x="8054638" y="2897414"/>
                  </a:lnTo>
                  <a:lnTo>
                    <a:pt x="8038658" y="2942032"/>
                  </a:lnTo>
                  <a:lnTo>
                    <a:pt x="8018408" y="2984881"/>
                  </a:lnTo>
                  <a:lnTo>
                    <a:pt x="7994019" y="3025642"/>
                  </a:lnTo>
                  <a:lnTo>
                    <a:pt x="7965624" y="3063998"/>
                  </a:lnTo>
                  <a:lnTo>
                    <a:pt x="7933355" y="3099629"/>
                  </a:lnTo>
                  <a:lnTo>
                    <a:pt x="7897724" y="3131898"/>
                  </a:lnTo>
                  <a:lnTo>
                    <a:pt x="7859368" y="3160293"/>
                  </a:lnTo>
                  <a:lnTo>
                    <a:pt x="7818607" y="3184681"/>
                  </a:lnTo>
                  <a:lnTo>
                    <a:pt x="7775759" y="3204931"/>
                  </a:lnTo>
                  <a:lnTo>
                    <a:pt x="7731141" y="3220911"/>
                  </a:lnTo>
                  <a:lnTo>
                    <a:pt x="7685074" y="3232488"/>
                  </a:lnTo>
                  <a:lnTo>
                    <a:pt x="7637874" y="3239531"/>
                  </a:lnTo>
                  <a:lnTo>
                    <a:pt x="7589861" y="324190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5332" y="6327307"/>
              <a:ext cx="7648574" cy="30194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16000" y="2032827"/>
            <a:ext cx="15605760" cy="363982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2800" b="1" spc="-114" dirty="0">
                <a:solidFill>
                  <a:srgbClr val="17D9FF"/>
                </a:solidFill>
                <a:latin typeface="Arial"/>
                <a:cs typeface="Arial"/>
              </a:rPr>
              <a:t>On</a:t>
            </a:r>
            <a:r>
              <a:rPr sz="2800" b="1" spc="-11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55" dirty="0">
                <a:solidFill>
                  <a:srgbClr val="17D9FF"/>
                </a:solidFill>
                <a:latin typeface="Arial"/>
                <a:cs typeface="Arial"/>
              </a:rPr>
              <a:t>Delete</a:t>
            </a:r>
            <a:r>
              <a:rPr sz="2800" b="1" spc="-14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17D9FF"/>
                </a:solidFill>
                <a:latin typeface="Arial"/>
                <a:cs typeface="Arial"/>
              </a:rPr>
              <a:t>Cascade</a:t>
            </a:r>
            <a:endParaRPr sz="2800">
              <a:latin typeface="Arial"/>
              <a:cs typeface="Arial"/>
            </a:endParaRPr>
          </a:p>
          <a:p>
            <a:pPr marL="12700" marR="915669">
              <a:lnSpc>
                <a:spcPct val="116100"/>
              </a:lnSpc>
              <a:spcBef>
                <a:spcPts val="229"/>
              </a:spcBef>
            </a:pP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2800" spc="-15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foreign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this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option,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85" dirty="0">
                <a:solidFill>
                  <a:srgbClr val="FFFFFF"/>
                </a:solidFill>
                <a:latin typeface="Arial MT"/>
                <a:cs typeface="Arial MT"/>
              </a:rPr>
              <a:t>it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deletes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referencing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rows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9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child</a:t>
            </a:r>
            <a:r>
              <a:rPr sz="2800" spc="-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table 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28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referenced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row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deleted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parent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50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key.</a:t>
            </a:r>
            <a:endParaRPr sz="28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275"/>
              </a:spcBef>
            </a:pPr>
            <a:endParaRPr sz="28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2800" b="1" spc="-114" dirty="0">
                <a:solidFill>
                  <a:srgbClr val="17D9FF"/>
                </a:solidFill>
                <a:latin typeface="Arial"/>
                <a:cs typeface="Arial"/>
              </a:rPr>
              <a:t>On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Update</a:t>
            </a:r>
            <a:r>
              <a:rPr sz="2800" b="1" spc="-90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17D9FF"/>
                </a:solidFill>
                <a:latin typeface="Arial"/>
                <a:cs typeface="Arial"/>
              </a:rPr>
              <a:t>Cascade</a:t>
            </a:r>
            <a:endParaRPr sz="2800">
              <a:latin typeface="Arial"/>
              <a:cs typeface="Arial"/>
            </a:endParaRPr>
          </a:p>
          <a:p>
            <a:pPr marL="23495" marR="5080">
              <a:lnSpc>
                <a:spcPct val="116100"/>
              </a:lnSpc>
              <a:spcBef>
                <a:spcPts val="635"/>
              </a:spcBef>
            </a:pP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sz="2800" spc="-8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create</a:t>
            </a:r>
            <a:r>
              <a:rPr sz="2800" spc="-16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foreign</a:t>
            </a:r>
            <a:r>
              <a:rPr sz="2800" spc="-17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key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80" dirty="0">
                <a:solidFill>
                  <a:srgbClr val="FFFFFF"/>
                </a:solidFill>
                <a:latin typeface="Arial MT"/>
                <a:cs typeface="Arial MT"/>
              </a:rPr>
              <a:t>using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60" dirty="0">
                <a:solidFill>
                  <a:srgbClr val="FFFFFF"/>
                </a:solidFill>
                <a:latin typeface="Arial MT"/>
                <a:cs typeface="Arial MT"/>
              </a:rPr>
              <a:t>UPDATE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60" dirty="0">
                <a:solidFill>
                  <a:srgbClr val="FFFFFF"/>
                </a:solidFill>
                <a:latin typeface="Arial MT"/>
                <a:cs typeface="Arial MT"/>
              </a:rPr>
              <a:t>CASCADE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referencing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rows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updated</a:t>
            </a:r>
            <a:r>
              <a:rPr sz="2800" spc="-10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10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child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r>
              <a:rPr sz="2800" spc="-19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70" dirty="0">
                <a:solidFill>
                  <a:srgbClr val="FFFFFF"/>
                </a:solidFill>
                <a:latin typeface="Arial MT"/>
                <a:cs typeface="Arial MT"/>
              </a:rPr>
              <a:t>when</a:t>
            </a:r>
            <a:r>
              <a:rPr sz="2800" spc="-125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15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0" dirty="0">
                <a:solidFill>
                  <a:srgbClr val="FFFFFF"/>
                </a:solidFill>
                <a:latin typeface="Arial MT"/>
                <a:cs typeface="Arial MT"/>
              </a:rPr>
              <a:t>referenced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row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is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35" dirty="0">
                <a:solidFill>
                  <a:srgbClr val="FFFFFF"/>
                </a:solidFill>
                <a:latin typeface="Arial MT"/>
                <a:cs typeface="Arial MT"/>
              </a:rPr>
              <a:t>updated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in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the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parent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table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which</a:t>
            </a:r>
            <a:r>
              <a:rPr sz="2800" spc="-11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50" dirty="0">
                <a:solidFill>
                  <a:srgbClr val="FFFFFF"/>
                </a:solidFill>
                <a:latin typeface="Arial MT"/>
                <a:cs typeface="Arial MT"/>
              </a:rPr>
              <a:t>has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175" dirty="0">
                <a:solidFill>
                  <a:srgbClr val="FFFFFF"/>
                </a:solidFill>
                <a:latin typeface="Arial MT"/>
                <a:cs typeface="Arial MT"/>
              </a:rPr>
              <a:t>a</a:t>
            </a:r>
            <a:r>
              <a:rPr sz="2800" spc="-40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dirty="0">
                <a:solidFill>
                  <a:srgbClr val="FFFFFF"/>
                </a:solidFill>
                <a:latin typeface="Arial MT"/>
                <a:cs typeface="Arial MT"/>
              </a:rPr>
              <a:t>primary</a:t>
            </a:r>
            <a:r>
              <a:rPr sz="2800" spc="-114" dirty="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sz="2800" spc="-20" dirty="0">
                <a:solidFill>
                  <a:srgbClr val="FFFFFF"/>
                </a:solidFill>
                <a:latin typeface="Arial MT"/>
                <a:cs typeface="Arial MT"/>
              </a:rPr>
              <a:t>key.</a:t>
            </a:r>
            <a:endParaRPr sz="2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Table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u="heavy" spc="-20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Queries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106" y="2024223"/>
            <a:ext cx="9102725" cy="5125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35" dirty="0">
                <a:solidFill>
                  <a:srgbClr val="17D9FF"/>
                </a:solidFill>
                <a:latin typeface="Arial"/>
                <a:cs typeface="Arial"/>
              </a:rPr>
              <a:t>Alter</a:t>
            </a:r>
            <a:r>
              <a:rPr sz="2800" b="1" spc="-12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(to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change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schema)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375"/>
              </a:spcBef>
            </a:pPr>
            <a:endParaRPr sz="28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  <a:spcBef>
                <a:spcPts val="5"/>
              </a:spcBef>
            </a:pPr>
            <a:r>
              <a:rPr sz="2800" b="1" spc="-145" dirty="0">
                <a:solidFill>
                  <a:srgbClr val="F76ABC"/>
                </a:solidFill>
                <a:latin typeface="Arial"/>
                <a:cs typeface="Arial"/>
              </a:rPr>
              <a:t>ADD</a:t>
            </a:r>
            <a:r>
              <a:rPr sz="2800" b="1" spc="-9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endParaRPr sz="28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  <a:spcBef>
                <a:spcPts val="1190"/>
              </a:spcBef>
            </a:pPr>
            <a:r>
              <a:rPr sz="3200" b="1" spc="-240" dirty="0">
                <a:solidFill>
                  <a:srgbClr val="A69EF1"/>
                </a:solidFill>
                <a:latin typeface="Arial"/>
                <a:cs typeface="Arial"/>
              </a:rPr>
              <a:t>ALTER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5" dirty="0">
                <a:solidFill>
                  <a:srgbClr val="A69EF1"/>
                </a:solidFill>
                <a:latin typeface="Arial"/>
                <a:cs typeface="Arial"/>
              </a:rPr>
              <a:t>TABLE</a:t>
            </a:r>
            <a:r>
              <a:rPr sz="3200" b="1" spc="-10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  <a:spcBef>
                <a:spcPts val="585"/>
              </a:spcBef>
            </a:pPr>
            <a:r>
              <a:rPr sz="3200" b="1" spc="-165" dirty="0">
                <a:solidFill>
                  <a:srgbClr val="A69EF1"/>
                </a:solidFill>
                <a:latin typeface="Arial"/>
                <a:cs typeface="Arial"/>
              </a:rPr>
              <a:t>ADD</a:t>
            </a:r>
            <a:r>
              <a:rPr sz="3200" b="1" spc="-12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90" dirty="0">
                <a:solidFill>
                  <a:srgbClr val="A69EF1"/>
                </a:solidFill>
                <a:latin typeface="Arial"/>
                <a:cs typeface="Arial"/>
              </a:rPr>
              <a:t>COLUMN</a:t>
            </a:r>
            <a:r>
              <a:rPr sz="3200" b="1" spc="-13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column_name</a:t>
            </a:r>
            <a:r>
              <a:rPr sz="3200" i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datatype</a:t>
            </a:r>
            <a:r>
              <a:rPr sz="3200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constraint</a:t>
            </a:r>
            <a:r>
              <a:rPr sz="3200" b="1" i="1" spc="-10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80"/>
              </a:spcBef>
            </a:pPr>
            <a:endParaRPr sz="32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  <a:spcBef>
                <a:spcPts val="5"/>
              </a:spcBef>
            </a:pPr>
            <a:r>
              <a:rPr sz="2800" b="1" spc="-204" dirty="0">
                <a:solidFill>
                  <a:srgbClr val="F76ABC"/>
                </a:solidFill>
                <a:latin typeface="Arial"/>
                <a:cs typeface="Arial"/>
              </a:rPr>
              <a:t>DROP</a:t>
            </a:r>
            <a:r>
              <a:rPr sz="2800" b="1" spc="-8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endParaRPr sz="28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  <a:spcBef>
                <a:spcPts val="1190"/>
              </a:spcBef>
            </a:pPr>
            <a:r>
              <a:rPr sz="3200" b="1" spc="-240" dirty="0">
                <a:solidFill>
                  <a:srgbClr val="A69EF1"/>
                </a:solidFill>
                <a:latin typeface="Arial"/>
                <a:cs typeface="Arial"/>
              </a:rPr>
              <a:t>ALTER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5" dirty="0">
                <a:solidFill>
                  <a:srgbClr val="A69EF1"/>
                </a:solidFill>
                <a:latin typeface="Arial"/>
                <a:cs typeface="Arial"/>
              </a:rPr>
              <a:t>TABLE</a:t>
            </a:r>
            <a:r>
              <a:rPr sz="3200" b="1" spc="-10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89535">
              <a:lnSpc>
                <a:spcPct val="100000"/>
              </a:lnSpc>
              <a:spcBef>
                <a:spcPts val="585"/>
              </a:spcBef>
            </a:pPr>
            <a:r>
              <a:rPr sz="3200" b="1" spc="-240" dirty="0">
                <a:solidFill>
                  <a:srgbClr val="A69EF1"/>
                </a:solidFill>
                <a:latin typeface="Arial"/>
                <a:cs typeface="Arial"/>
              </a:rPr>
              <a:t>DROP</a:t>
            </a:r>
            <a:r>
              <a:rPr sz="3200" b="1" spc="-12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90" dirty="0">
                <a:solidFill>
                  <a:srgbClr val="A69EF1"/>
                </a:solidFill>
                <a:latin typeface="Arial"/>
                <a:cs typeface="Arial"/>
              </a:rPr>
              <a:t>COLUMN</a:t>
            </a:r>
            <a:r>
              <a:rPr sz="3200" b="1" spc="-6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column_name</a:t>
            </a:r>
            <a:r>
              <a:rPr sz="3200" b="1" i="1" spc="-10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04561" y="7704846"/>
            <a:ext cx="5648325" cy="1769745"/>
          </a:xfrm>
          <a:prstGeom prst="rect">
            <a:avLst/>
          </a:prstGeom>
        </p:spPr>
        <p:txBody>
          <a:bodyPr vert="horz" wrap="square" lIns="0" tIns="1377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85"/>
              </a:spcBef>
            </a:pPr>
            <a:r>
              <a:rPr sz="2800" b="1" spc="-140" dirty="0">
                <a:solidFill>
                  <a:srgbClr val="F76ABC"/>
                </a:solidFill>
                <a:latin typeface="Arial"/>
                <a:cs typeface="Arial"/>
              </a:rPr>
              <a:t>RENAME</a:t>
            </a:r>
            <a:r>
              <a:rPr sz="2800" b="1" spc="-6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3200" b="1" spc="-240" dirty="0">
                <a:solidFill>
                  <a:srgbClr val="A69EF1"/>
                </a:solidFill>
                <a:latin typeface="Arial"/>
                <a:cs typeface="Arial"/>
              </a:rPr>
              <a:t>ALTER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5" dirty="0">
                <a:solidFill>
                  <a:srgbClr val="A69EF1"/>
                </a:solidFill>
                <a:latin typeface="Arial"/>
                <a:cs typeface="Arial"/>
              </a:rPr>
              <a:t>TABLE</a:t>
            </a:r>
            <a:r>
              <a:rPr sz="3200" b="1" spc="-10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spc="-160" dirty="0">
                <a:solidFill>
                  <a:srgbClr val="A69EF1"/>
                </a:solidFill>
                <a:latin typeface="Arial"/>
                <a:cs typeface="Arial"/>
              </a:rPr>
              <a:t>RENAME</a:t>
            </a:r>
            <a:r>
              <a:rPr sz="3200" b="1" spc="-12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55" dirty="0">
                <a:solidFill>
                  <a:srgbClr val="A69EF1"/>
                </a:solidFill>
                <a:latin typeface="Arial"/>
                <a:cs typeface="Arial"/>
              </a:rPr>
              <a:t>TO</a:t>
            </a:r>
            <a:r>
              <a:rPr sz="3200" b="1" spc="-11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new_table_name</a:t>
            </a:r>
            <a:r>
              <a:rPr sz="3200" b="1" i="1" spc="-10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Table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u="heavy" spc="-20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Queries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106" y="5633117"/>
            <a:ext cx="9291320" cy="1908810"/>
          </a:xfrm>
          <a:prstGeom prst="rect">
            <a:avLst/>
          </a:prstGeom>
        </p:spPr>
        <p:txBody>
          <a:bodyPr vert="horz" wrap="square" lIns="0" tIns="2025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95"/>
              </a:spcBef>
            </a:pPr>
            <a:r>
              <a:rPr sz="2800" b="1" spc="-10" dirty="0">
                <a:solidFill>
                  <a:srgbClr val="F76ABC"/>
                </a:solidFill>
                <a:latin typeface="Arial"/>
                <a:cs typeface="Arial"/>
              </a:rPr>
              <a:t>MODIFY</a:t>
            </a:r>
            <a:r>
              <a:rPr sz="2800" b="1" spc="-13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(modify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datatype/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constraint)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05"/>
              </a:spcBef>
            </a:pPr>
            <a:r>
              <a:rPr sz="3200" b="1" spc="-240" dirty="0">
                <a:solidFill>
                  <a:srgbClr val="A69EF1"/>
                </a:solidFill>
                <a:latin typeface="Arial"/>
                <a:cs typeface="Arial"/>
              </a:rPr>
              <a:t>ALTER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5" dirty="0">
                <a:solidFill>
                  <a:srgbClr val="A69EF1"/>
                </a:solidFill>
                <a:latin typeface="Arial"/>
                <a:cs typeface="Arial"/>
              </a:rPr>
              <a:t>TABLE</a:t>
            </a:r>
            <a:r>
              <a:rPr sz="3200" b="1" spc="-10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dirty="0">
                <a:solidFill>
                  <a:srgbClr val="A69EF1"/>
                </a:solidFill>
                <a:latin typeface="Arial"/>
                <a:cs typeface="Arial"/>
              </a:rPr>
              <a:t>MODIFY</a:t>
            </a:r>
            <a:r>
              <a:rPr sz="3200" b="1" spc="-17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col_name</a:t>
            </a:r>
            <a:r>
              <a:rPr sz="3200" i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i="1" spc="-40" dirty="0">
                <a:solidFill>
                  <a:srgbClr val="FFFFFF"/>
                </a:solidFill>
                <a:latin typeface="Arial"/>
                <a:cs typeface="Arial"/>
              </a:rPr>
              <a:t>new_datatype</a:t>
            </a:r>
            <a:r>
              <a:rPr sz="3200" b="1" i="1" spc="-1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i="1" spc="-45" dirty="0">
                <a:solidFill>
                  <a:srgbClr val="FFFFFF"/>
                </a:solidFill>
                <a:latin typeface="Arial"/>
                <a:cs typeface="Arial"/>
              </a:rPr>
              <a:t>new_constraint;</a:t>
            </a:r>
            <a:endParaRPr sz="32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27106" y="2412946"/>
            <a:ext cx="13354050" cy="1910714"/>
          </a:xfrm>
          <a:prstGeom prst="rect">
            <a:avLst/>
          </a:prstGeom>
        </p:spPr>
        <p:txBody>
          <a:bodyPr vert="horz" wrap="square" lIns="0" tIns="2032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00"/>
              </a:spcBef>
            </a:pPr>
            <a:r>
              <a:rPr sz="2800" b="1" spc="-110" dirty="0">
                <a:solidFill>
                  <a:srgbClr val="F76ABC"/>
                </a:solidFill>
                <a:latin typeface="Arial"/>
                <a:cs typeface="Arial"/>
              </a:rPr>
              <a:t>CHANGE</a:t>
            </a:r>
            <a:r>
              <a:rPr sz="2800" b="1" spc="-6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(rename)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sz="3200" b="1" spc="-240" dirty="0">
                <a:solidFill>
                  <a:srgbClr val="A69EF1"/>
                </a:solidFill>
                <a:latin typeface="Arial"/>
                <a:cs typeface="Arial"/>
              </a:rPr>
              <a:t>ALTER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5" dirty="0">
                <a:solidFill>
                  <a:srgbClr val="A69EF1"/>
                </a:solidFill>
                <a:latin typeface="Arial"/>
                <a:cs typeface="Arial"/>
              </a:rPr>
              <a:t>TABLE</a:t>
            </a:r>
            <a:r>
              <a:rPr sz="3200" b="1" spc="-10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spc="-120" dirty="0">
                <a:solidFill>
                  <a:srgbClr val="A69EF1"/>
                </a:solidFill>
                <a:latin typeface="Arial"/>
                <a:cs typeface="Arial"/>
              </a:rPr>
              <a:t>CHANGE</a:t>
            </a:r>
            <a:r>
              <a:rPr sz="3200" b="1" spc="-12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COLUMN</a:t>
            </a:r>
            <a:r>
              <a:rPr sz="3200" b="1" spc="-12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old_name</a:t>
            </a:r>
            <a:r>
              <a:rPr sz="3200" i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i="1" spc="-80" dirty="0">
                <a:solidFill>
                  <a:srgbClr val="FFFFFF"/>
                </a:solidFill>
                <a:latin typeface="Arial"/>
                <a:cs typeface="Arial"/>
              </a:rPr>
              <a:t>new_name</a:t>
            </a:r>
            <a:r>
              <a:rPr sz="3200" b="1" i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i="1" spc="-40" dirty="0">
                <a:solidFill>
                  <a:srgbClr val="FFFFFF"/>
                </a:solidFill>
                <a:latin typeface="Arial"/>
                <a:cs typeface="Arial"/>
              </a:rPr>
              <a:t>new_datatype</a:t>
            </a:r>
            <a:r>
              <a:rPr sz="3200" b="1" i="1" spc="-5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b="1" i="1" spc="-30" dirty="0">
                <a:solidFill>
                  <a:srgbClr val="FFFFFF"/>
                </a:solidFill>
                <a:latin typeface="Arial"/>
                <a:cs typeface="Arial"/>
              </a:rPr>
              <a:t>new_constraint;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1400865"/>
            <a:ext cx="8213725" cy="1275715"/>
            <a:chOff x="1028700" y="1400865"/>
            <a:chExt cx="8213725" cy="1275715"/>
          </a:xfrm>
        </p:grpSpPr>
        <p:sp>
          <p:nvSpPr>
            <p:cNvPr id="3" name="object 3"/>
            <p:cNvSpPr/>
            <p:nvPr/>
          </p:nvSpPr>
          <p:spPr>
            <a:xfrm>
              <a:off x="1028700" y="1400865"/>
              <a:ext cx="8213725" cy="1275715"/>
            </a:xfrm>
            <a:custGeom>
              <a:avLst/>
              <a:gdLst/>
              <a:ahLst/>
              <a:cxnLst/>
              <a:rect l="l" t="t" r="r" b="b"/>
              <a:pathLst>
                <a:path w="8213725" h="1275714">
                  <a:moveTo>
                    <a:pt x="7727886" y="1275709"/>
                  </a:moveTo>
                  <a:lnTo>
                    <a:pt x="485775" y="1275709"/>
                  </a:lnTo>
                  <a:lnTo>
                    <a:pt x="437762" y="1273332"/>
                  </a:lnTo>
                  <a:lnTo>
                    <a:pt x="390562" y="1266289"/>
                  </a:lnTo>
                  <a:lnTo>
                    <a:pt x="344494" y="1254712"/>
                  </a:lnTo>
                  <a:lnTo>
                    <a:pt x="299877" y="1238732"/>
                  </a:lnTo>
                  <a:lnTo>
                    <a:pt x="257028" y="1218482"/>
                  </a:lnTo>
                  <a:lnTo>
                    <a:pt x="216266" y="1194093"/>
                  </a:lnTo>
                  <a:lnTo>
                    <a:pt x="177911" y="1165698"/>
                  </a:lnTo>
                  <a:lnTo>
                    <a:pt x="142280" y="1133429"/>
                  </a:lnTo>
                  <a:lnTo>
                    <a:pt x="110010" y="1097798"/>
                  </a:lnTo>
                  <a:lnTo>
                    <a:pt x="81615" y="1059442"/>
                  </a:lnTo>
                  <a:lnTo>
                    <a:pt x="57227" y="1018681"/>
                  </a:lnTo>
                  <a:lnTo>
                    <a:pt x="36977" y="975832"/>
                  </a:lnTo>
                  <a:lnTo>
                    <a:pt x="20997" y="931215"/>
                  </a:lnTo>
                  <a:lnTo>
                    <a:pt x="9420" y="885147"/>
                  </a:lnTo>
                  <a:lnTo>
                    <a:pt x="2377" y="837947"/>
                  </a:lnTo>
                  <a:lnTo>
                    <a:pt x="0" y="789934"/>
                  </a:lnTo>
                  <a:lnTo>
                    <a:pt x="0" y="485775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5" y="0"/>
                  </a:lnTo>
                  <a:lnTo>
                    <a:pt x="7727886" y="0"/>
                  </a:lnTo>
                  <a:lnTo>
                    <a:pt x="7775899" y="2377"/>
                  </a:lnTo>
                  <a:lnTo>
                    <a:pt x="7823099" y="9420"/>
                  </a:lnTo>
                  <a:lnTo>
                    <a:pt x="7869166" y="20997"/>
                  </a:lnTo>
                  <a:lnTo>
                    <a:pt x="7913784" y="36977"/>
                  </a:lnTo>
                  <a:lnTo>
                    <a:pt x="7956633" y="57227"/>
                  </a:lnTo>
                  <a:lnTo>
                    <a:pt x="7997394" y="81615"/>
                  </a:lnTo>
                  <a:lnTo>
                    <a:pt x="8035750" y="110010"/>
                  </a:lnTo>
                  <a:lnTo>
                    <a:pt x="8071381" y="142280"/>
                  </a:lnTo>
                  <a:lnTo>
                    <a:pt x="8103651" y="177911"/>
                  </a:lnTo>
                  <a:lnTo>
                    <a:pt x="8132045" y="216266"/>
                  </a:lnTo>
                  <a:lnTo>
                    <a:pt x="8156434" y="257028"/>
                  </a:lnTo>
                  <a:lnTo>
                    <a:pt x="8176684" y="299877"/>
                  </a:lnTo>
                  <a:lnTo>
                    <a:pt x="8192663" y="344494"/>
                  </a:lnTo>
                  <a:lnTo>
                    <a:pt x="8204241" y="390562"/>
                  </a:lnTo>
                  <a:lnTo>
                    <a:pt x="8211284" y="437762"/>
                  </a:lnTo>
                  <a:lnTo>
                    <a:pt x="8213661" y="485775"/>
                  </a:lnTo>
                  <a:lnTo>
                    <a:pt x="8213661" y="789934"/>
                  </a:lnTo>
                  <a:lnTo>
                    <a:pt x="8211284" y="837947"/>
                  </a:lnTo>
                  <a:lnTo>
                    <a:pt x="8204241" y="885147"/>
                  </a:lnTo>
                  <a:lnTo>
                    <a:pt x="8192663" y="931215"/>
                  </a:lnTo>
                  <a:lnTo>
                    <a:pt x="8176684" y="975832"/>
                  </a:lnTo>
                  <a:lnTo>
                    <a:pt x="8156434" y="1018681"/>
                  </a:lnTo>
                  <a:lnTo>
                    <a:pt x="8132045" y="1059442"/>
                  </a:lnTo>
                  <a:lnTo>
                    <a:pt x="8103651" y="1097798"/>
                  </a:lnTo>
                  <a:lnTo>
                    <a:pt x="8071381" y="1133429"/>
                  </a:lnTo>
                  <a:lnTo>
                    <a:pt x="8035750" y="1165698"/>
                  </a:lnTo>
                  <a:lnTo>
                    <a:pt x="7997394" y="1194093"/>
                  </a:lnTo>
                  <a:lnTo>
                    <a:pt x="7956633" y="1218482"/>
                  </a:lnTo>
                  <a:lnTo>
                    <a:pt x="7913784" y="1238732"/>
                  </a:lnTo>
                  <a:lnTo>
                    <a:pt x="7869166" y="1254712"/>
                  </a:lnTo>
                  <a:lnTo>
                    <a:pt x="7823099" y="1266289"/>
                  </a:lnTo>
                  <a:lnTo>
                    <a:pt x="7775899" y="1273332"/>
                  </a:lnTo>
                  <a:lnTo>
                    <a:pt x="7727886" y="12757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97404" y="1505536"/>
              <a:ext cx="7428714" cy="1066799"/>
            </a:xfrm>
            <a:prstGeom prst="rect">
              <a:avLst/>
            </a:prstGeom>
          </p:spPr>
        </p:pic>
      </p:grpSp>
      <p:grpSp>
        <p:nvGrpSpPr>
          <p:cNvPr id="5" name="object 5"/>
          <p:cNvGrpSpPr/>
          <p:nvPr/>
        </p:nvGrpSpPr>
        <p:grpSpPr>
          <a:xfrm>
            <a:off x="11957427" y="4080801"/>
            <a:ext cx="4559935" cy="1275715"/>
            <a:chOff x="11957427" y="4080801"/>
            <a:chExt cx="4559935" cy="1275715"/>
          </a:xfrm>
        </p:grpSpPr>
        <p:sp>
          <p:nvSpPr>
            <p:cNvPr id="6" name="object 6"/>
            <p:cNvSpPr/>
            <p:nvPr/>
          </p:nvSpPr>
          <p:spPr>
            <a:xfrm>
              <a:off x="11957427" y="4080801"/>
              <a:ext cx="4559935" cy="1275715"/>
            </a:xfrm>
            <a:custGeom>
              <a:avLst/>
              <a:gdLst/>
              <a:ahLst/>
              <a:cxnLst/>
              <a:rect l="l" t="t" r="r" b="b"/>
              <a:pathLst>
                <a:path w="4559934" h="1275714">
                  <a:moveTo>
                    <a:pt x="4073990" y="1275709"/>
                  </a:moveTo>
                  <a:lnTo>
                    <a:pt x="485774" y="1275709"/>
                  </a:lnTo>
                  <a:lnTo>
                    <a:pt x="437762" y="1273332"/>
                  </a:lnTo>
                  <a:lnTo>
                    <a:pt x="390562" y="1266289"/>
                  </a:lnTo>
                  <a:lnTo>
                    <a:pt x="344494" y="1254711"/>
                  </a:lnTo>
                  <a:lnTo>
                    <a:pt x="299876" y="1238732"/>
                  </a:lnTo>
                  <a:lnTo>
                    <a:pt x="257028" y="1218482"/>
                  </a:lnTo>
                  <a:lnTo>
                    <a:pt x="216266" y="1194093"/>
                  </a:lnTo>
                  <a:lnTo>
                    <a:pt x="177911" y="1165698"/>
                  </a:lnTo>
                  <a:lnTo>
                    <a:pt x="142280" y="1133429"/>
                  </a:lnTo>
                  <a:lnTo>
                    <a:pt x="110010" y="1097798"/>
                  </a:lnTo>
                  <a:lnTo>
                    <a:pt x="81615" y="1059442"/>
                  </a:lnTo>
                  <a:lnTo>
                    <a:pt x="57227" y="1018681"/>
                  </a:lnTo>
                  <a:lnTo>
                    <a:pt x="36977" y="975832"/>
                  </a:lnTo>
                  <a:lnTo>
                    <a:pt x="20997" y="931215"/>
                  </a:lnTo>
                  <a:lnTo>
                    <a:pt x="9420" y="885147"/>
                  </a:lnTo>
                  <a:lnTo>
                    <a:pt x="2377" y="837947"/>
                  </a:lnTo>
                  <a:lnTo>
                    <a:pt x="0" y="789934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073990" y="0"/>
                  </a:lnTo>
                  <a:lnTo>
                    <a:pt x="4122003" y="2377"/>
                  </a:lnTo>
                  <a:lnTo>
                    <a:pt x="4169202" y="9420"/>
                  </a:lnTo>
                  <a:lnTo>
                    <a:pt x="4215270" y="20997"/>
                  </a:lnTo>
                  <a:lnTo>
                    <a:pt x="4259887" y="36977"/>
                  </a:lnTo>
                  <a:lnTo>
                    <a:pt x="4302736" y="57227"/>
                  </a:lnTo>
                  <a:lnTo>
                    <a:pt x="4343497" y="81615"/>
                  </a:lnTo>
                  <a:lnTo>
                    <a:pt x="4381852" y="110010"/>
                  </a:lnTo>
                  <a:lnTo>
                    <a:pt x="4417483" y="142280"/>
                  </a:lnTo>
                  <a:lnTo>
                    <a:pt x="4449753" y="177911"/>
                  </a:lnTo>
                  <a:lnTo>
                    <a:pt x="4478148" y="216266"/>
                  </a:lnTo>
                  <a:lnTo>
                    <a:pt x="4502537" y="257028"/>
                  </a:lnTo>
                  <a:lnTo>
                    <a:pt x="4522787" y="299876"/>
                  </a:lnTo>
                  <a:lnTo>
                    <a:pt x="4538767" y="344494"/>
                  </a:lnTo>
                  <a:lnTo>
                    <a:pt x="4550344" y="390562"/>
                  </a:lnTo>
                  <a:lnTo>
                    <a:pt x="4557388" y="437762"/>
                  </a:lnTo>
                  <a:lnTo>
                    <a:pt x="4559765" y="485774"/>
                  </a:lnTo>
                  <a:lnTo>
                    <a:pt x="4559765" y="789934"/>
                  </a:lnTo>
                  <a:lnTo>
                    <a:pt x="4557388" y="837947"/>
                  </a:lnTo>
                  <a:lnTo>
                    <a:pt x="4550344" y="885147"/>
                  </a:lnTo>
                  <a:lnTo>
                    <a:pt x="4538767" y="931215"/>
                  </a:lnTo>
                  <a:lnTo>
                    <a:pt x="4522787" y="975832"/>
                  </a:lnTo>
                  <a:lnTo>
                    <a:pt x="4502537" y="1018681"/>
                  </a:lnTo>
                  <a:lnTo>
                    <a:pt x="4478148" y="1059442"/>
                  </a:lnTo>
                  <a:lnTo>
                    <a:pt x="4449753" y="1097798"/>
                  </a:lnTo>
                  <a:lnTo>
                    <a:pt x="4417483" y="1133429"/>
                  </a:lnTo>
                  <a:lnTo>
                    <a:pt x="4381852" y="1165698"/>
                  </a:lnTo>
                  <a:lnTo>
                    <a:pt x="4343497" y="1194093"/>
                  </a:lnTo>
                  <a:lnTo>
                    <a:pt x="4302736" y="1218482"/>
                  </a:lnTo>
                  <a:lnTo>
                    <a:pt x="4259887" y="1238732"/>
                  </a:lnTo>
                  <a:lnTo>
                    <a:pt x="4215270" y="1254711"/>
                  </a:lnTo>
                  <a:lnTo>
                    <a:pt x="4169202" y="1266289"/>
                  </a:lnTo>
                  <a:lnTo>
                    <a:pt x="4122003" y="1273332"/>
                  </a:lnTo>
                  <a:lnTo>
                    <a:pt x="4073990" y="127570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2228798" y="4218235"/>
              <a:ext cx="3924299" cy="1000124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1160760" y="4337509"/>
            <a:ext cx="5904230" cy="1275715"/>
          </a:xfrm>
          <a:custGeom>
            <a:avLst/>
            <a:gdLst/>
            <a:ahLst/>
            <a:cxnLst/>
            <a:rect l="l" t="t" r="r" b="b"/>
            <a:pathLst>
              <a:path w="5904230" h="1275714">
                <a:moveTo>
                  <a:pt x="5418265" y="1275709"/>
                </a:moveTo>
                <a:lnTo>
                  <a:pt x="485774" y="1275709"/>
                </a:lnTo>
                <a:lnTo>
                  <a:pt x="437762" y="1273332"/>
                </a:lnTo>
                <a:lnTo>
                  <a:pt x="390562" y="1266289"/>
                </a:lnTo>
                <a:lnTo>
                  <a:pt x="344494" y="1254711"/>
                </a:lnTo>
                <a:lnTo>
                  <a:pt x="299876" y="1238732"/>
                </a:lnTo>
                <a:lnTo>
                  <a:pt x="257028" y="1218482"/>
                </a:lnTo>
                <a:lnTo>
                  <a:pt x="216266" y="1194093"/>
                </a:lnTo>
                <a:lnTo>
                  <a:pt x="177911" y="1165698"/>
                </a:lnTo>
                <a:lnTo>
                  <a:pt x="142280" y="1133429"/>
                </a:lnTo>
                <a:lnTo>
                  <a:pt x="110010" y="1097798"/>
                </a:lnTo>
                <a:lnTo>
                  <a:pt x="81615" y="1059442"/>
                </a:lnTo>
                <a:lnTo>
                  <a:pt x="57227" y="1018681"/>
                </a:lnTo>
                <a:lnTo>
                  <a:pt x="36977" y="975832"/>
                </a:lnTo>
                <a:lnTo>
                  <a:pt x="20997" y="931215"/>
                </a:lnTo>
                <a:lnTo>
                  <a:pt x="9420" y="885147"/>
                </a:lnTo>
                <a:lnTo>
                  <a:pt x="2377" y="837947"/>
                </a:lnTo>
                <a:lnTo>
                  <a:pt x="0" y="789934"/>
                </a:lnTo>
                <a:lnTo>
                  <a:pt x="0" y="485775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5418265" y="0"/>
                </a:lnTo>
                <a:lnTo>
                  <a:pt x="5466278" y="2377"/>
                </a:lnTo>
                <a:lnTo>
                  <a:pt x="5513477" y="9420"/>
                </a:lnTo>
                <a:lnTo>
                  <a:pt x="5559545" y="20997"/>
                </a:lnTo>
                <a:lnTo>
                  <a:pt x="5604163" y="36977"/>
                </a:lnTo>
                <a:lnTo>
                  <a:pt x="5647011" y="57227"/>
                </a:lnTo>
                <a:lnTo>
                  <a:pt x="5687773" y="81615"/>
                </a:lnTo>
                <a:lnTo>
                  <a:pt x="5726128" y="110010"/>
                </a:lnTo>
                <a:lnTo>
                  <a:pt x="5761759" y="142280"/>
                </a:lnTo>
                <a:lnTo>
                  <a:pt x="5794029" y="177911"/>
                </a:lnTo>
                <a:lnTo>
                  <a:pt x="5822424" y="216266"/>
                </a:lnTo>
                <a:lnTo>
                  <a:pt x="5846812" y="257028"/>
                </a:lnTo>
                <a:lnTo>
                  <a:pt x="5867062" y="299876"/>
                </a:lnTo>
                <a:lnTo>
                  <a:pt x="5883042" y="344494"/>
                </a:lnTo>
                <a:lnTo>
                  <a:pt x="5894620" y="390562"/>
                </a:lnTo>
                <a:lnTo>
                  <a:pt x="5901663" y="437762"/>
                </a:lnTo>
                <a:lnTo>
                  <a:pt x="5904040" y="485775"/>
                </a:lnTo>
                <a:lnTo>
                  <a:pt x="5904040" y="789934"/>
                </a:lnTo>
                <a:lnTo>
                  <a:pt x="5901663" y="837947"/>
                </a:lnTo>
                <a:lnTo>
                  <a:pt x="5894620" y="885147"/>
                </a:lnTo>
                <a:lnTo>
                  <a:pt x="5883042" y="931215"/>
                </a:lnTo>
                <a:lnTo>
                  <a:pt x="5867062" y="975832"/>
                </a:lnTo>
                <a:lnTo>
                  <a:pt x="5846812" y="1018681"/>
                </a:lnTo>
                <a:lnTo>
                  <a:pt x="5822424" y="1059442"/>
                </a:lnTo>
                <a:lnTo>
                  <a:pt x="5794029" y="1097798"/>
                </a:lnTo>
                <a:lnTo>
                  <a:pt x="5761759" y="1133429"/>
                </a:lnTo>
                <a:lnTo>
                  <a:pt x="5726128" y="1165698"/>
                </a:lnTo>
                <a:lnTo>
                  <a:pt x="5687773" y="1194093"/>
                </a:lnTo>
                <a:lnTo>
                  <a:pt x="5647011" y="1218482"/>
                </a:lnTo>
                <a:lnTo>
                  <a:pt x="5604163" y="1238732"/>
                </a:lnTo>
                <a:lnTo>
                  <a:pt x="5559545" y="1254711"/>
                </a:lnTo>
                <a:lnTo>
                  <a:pt x="5513477" y="1266289"/>
                </a:lnTo>
                <a:lnTo>
                  <a:pt x="5466278" y="1273332"/>
                </a:lnTo>
                <a:lnTo>
                  <a:pt x="5418265" y="12757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60760" y="7388813"/>
            <a:ext cx="5442585" cy="1275715"/>
          </a:xfrm>
          <a:custGeom>
            <a:avLst/>
            <a:gdLst/>
            <a:ahLst/>
            <a:cxnLst/>
            <a:rect l="l" t="t" r="r" b="b"/>
            <a:pathLst>
              <a:path w="5442584" h="1275715">
                <a:moveTo>
                  <a:pt x="4956340" y="1275709"/>
                </a:moveTo>
                <a:lnTo>
                  <a:pt x="485774" y="1275709"/>
                </a:lnTo>
                <a:lnTo>
                  <a:pt x="437762" y="1273332"/>
                </a:lnTo>
                <a:lnTo>
                  <a:pt x="390562" y="1266289"/>
                </a:lnTo>
                <a:lnTo>
                  <a:pt x="344494" y="1254711"/>
                </a:lnTo>
                <a:lnTo>
                  <a:pt x="299876" y="1238732"/>
                </a:lnTo>
                <a:lnTo>
                  <a:pt x="257028" y="1218482"/>
                </a:lnTo>
                <a:lnTo>
                  <a:pt x="216266" y="1194093"/>
                </a:lnTo>
                <a:lnTo>
                  <a:pt x="177911" y="1165698"/>
                </a:lnTo>
                <a:lnTo>
                  <a:pt x="142280" y="1133429"/>
                </a:lnTo>
                <a:lnTo>
                  <a:pt x="110010" y="1097798"/>
                </a:lnTo>
                <a:lnTo>
                  <a:pt x="81615" y="1059442"/>
                </a:lnTo>
                <a:lnTo>
                  <a:pt x="57227" y="1018681"/>
                </a:lnTo>
                <a:lnTo>
                  <a:pt x="36977" y="975832"/>
                </a:lnTo>
                <a:lnTo>
                  <a:pt x="20997" y="931215"/>
                </a:lnTo>
                <a:lnTo>
                  <a:pt x="9420" y="885147"/>
                </a:lnTo>
                <a:lnTo>
                  <a:pt x="2377" y="837947"/>
                </a:lnTo>
                <a:lnTo>
                  <a:pt x="0" y="78993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956340" y="0"/>
                </a:lnTo>
                <a:lnTo>
                  <a:pt x="5004353" y="2377"/>
                </a:lnTo>
                <a:lnTo>
                  <a:pt x="5051553" y="9420"/>
                </a:lnTo>
                <a:lnTo>
                  <a:pt x="5097621" y="20997"/>
                </a:lnTo>
                <a:lnTo>
                  <a:pt x="5142239" y="36977"/>
                </a:lnTo>
                <a:lnTo>
                  <a:pt x="5185087" y="57227"/>
                </a:lnTo>
                <a:lnTo>
                  <a:pt x="5225849" y="81615"/>
                </a:lnTo>
                <a:lnTo>
                  <a:pt x="5264204" y="110010"/>
                </a:lnTo>
                <a:lnTo>
                  <a:pt x="5299835" y="142280"/>
                </a:lnTo>
                <a:lnTo>
                  <a:pt x="5332105" y="177911"/>
                </a:lnTo>
                <a:lnTo>
                  <a:pt x="5360500" y="216266"/>
                </a:lnTo>
                <a:lnTo>
                  <a:pt x="5384888" y="257028"/>
                </a:lnTo>
                <a:lnTo>
                  <a:pt x="5405138" y="299876"/>
                </a:lnTo>
                <a:lnTo>
                  <a:pt x="5421118" y="344494"/>
                </a:lnTo>
                <a:lnTo>
                  <a:pt x="5432695" y="390562"/>
                </a:lnTo>
                <a:lnTo>
                  <a:pt x="5439738" y="437762"/>
                </a:lnTo>
                <a:lnTo>
                  <a:pt x="5442115" y="485774"/>
                </a:lnTo>
                <a:lnTo>
                  <a:pt x="5442115" y="789934"/>
                </a:lnTo>
                <a:lnTo>
                  <a:pt x="5439738" y="837947"/>
                </a:lnTo>
                <a:lnTo>
                  <a:pt x="5432695" y="885147"/>
                </a:lnTo>
                <a:lnTo>
                  <a:pt x="5421118" y="931215"/>
                </a:lnTo>
                <a:lnTo>
                  <a:pt x="5405138" y="975832"/>
                </a:lnTo>
                <a:lnTo>
                  <a:pt x="5384888" y="1018681"/>
                </a:lnTo>
                <a:lnTo>
                  <a:pt x="5360500" y="1059442"/>
                </a:lnTo>
                <a:lnTo>
                  <a:pt x="5332105" y="1097798"/>
                </a:lnTo>
                <a:lnTo>
                  <a:pt x="5299835" y="1133429"/>
                </a:lnTo>
                <a:lnTo>
                  <a:pt x="5264204" y="1165698"/>
                </a:lnTo>
                <a:lnTo>
                  <a:pt x="5225849" y="1194093"/>
                </a:lnTo>
                <a:lnTo>
                  <a:pt x="5185087" y="1218482"/>
                </a:lnTo>
                <a:lnTo>
                  <a:pt x="5142239" y="1238732"/>
                </a:lnTo>
                <a:lnTo>
                  <a:pt x="5097621" y="1254711"/>
                </a:lnTo>
                <a:lnTo>
                  <a:pt x="5051553" y="1266289"/>
                </a:lnTo>
                <a:lnTo>
                  <a:pt x="5004353" y="1273332"/>
                </a:lnTo>
                <a:lnTo>
                  <a:pt x="4956340" y="12757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1957427" y="1505536"/>
            <a:ext cx="4559935" cy="1275715"/>
          </a:xfrm>
          <a:custGeom>
            <a:avLst/>
            <a:gdLst/>
            <a:ahLst/>
            <a:cxnLst/>
            <a:rect l="l" t="t" r="r" b="b"/>
            <a:pathLst>
              <a:path w="4559934" h="1275714">
                <a:moveTo>
                  <a:pt x="4073990" y="1275709"/>
                </a:moveTo>
                <a:lnTo>
                  <a:pt x="485774" y="1275709"/>
                </a:lnTo>
                <a:lnTo>
                  <a:pt x="437762" y="1273332"/>
                </a:lnTo>
                <a:lnTo>
                  <a:pt x="390562" y="1266289"/>
                </a:lnTo>
                <a:lnTo>
                  <a:pt x="344494" y="1254711"/>
                </a:lnTo>
                <a:lnTo>
                  <a:pt x="299876" y="1238732"/>
                </a:lnTo>
                <a:lnTo>
                  <a:pt x="257028" y="1218482"/>
                </a:lnTo>
                <a:lnTo>
                  <a:pt x="216266" y="1194093"/>
                </a:lnTo>
                <a:lnTo>
                  <a:pt x="177911" y="1165698"/>
                </a:lnTo>
                <a:lnTo>
                  <a:pt x="142280" y="1133429"/>
                </a:lnTo>
                <a:lnTo>
                  <a:pt x="110010" y="1097798"/>
                </a:lnTo>
                <a:lnTo>
                  <a:pt x="81615" y="1059442"/>
                </a:lnTo>
                <a:lnTo>
                  <a:pt x="57227" y="1018681"/>
                </a:lnTo>
                <a:lnTo>
                  <a:pt x="36977" y="975832"/>
                </a:lnTo>
                <a:lnTo>
                  <a:pt x="20997" y="931215"/>
                </a:lnTo>
                <a:lnTo>
                  <a:pt x="9420" y="885147"/>
                </a:lnTo>
                <a:lnTo>
                  <a:pt x="2377" y="837947"/>
                </a:lnTo>
                <a:lnTo>
                  <a:pt x="0" y="789934"/>
                </a:lnTo>
                <a:lnTo>
                  <a:pt x="0" y="485774"/>
                </a:lnTo>
                <a:lnTo>
                  <a:pt x="2377" y="437762"/>
                </a:lnTo>
                <a:lnTo>
                  <a:pt x="9420" y="390562"/>
                </a:lnTo>
                <a:lnTo>
                  <a:pt x="20997" y="344494"/>
                </a:lnTo>
                <a:lnTo>
                  <a:pt x="36977" y="299876"/>
                </a:lnTo>
                <a:lnTo>
                  <a:pt x="57227" y="257028"/>
                </a:lnTo>
                <a:lnTo>
                  <a:pt x="81615" y="216266"/>
                </a:lnTo>
                <a:lnTo>
                  <a:pt x="110010" y="177911"/>
                </a:lnTo>
                <a:lnTo>
                  <a:pt x="142280" y="142280"/>
                </a:lnTo>
                <a:lnTo>
                  <a:pt x="177911" y="110010"/>
                </a:lnTo>
                <a:lnTo>
                  <a:pt x="216266" y="81615"/>
                </a:lnTo>
                <a:lnTo>
                  <a:pt x="257028" y="57227"/>
                </a:lnTo>
                <a:lnTo>
                  <a:pt x="299876" y="36977"/>
                </a:lnTo>
                <a:lnTo>
                  <a:pt x="344494" y="20997"/>
                </a:lnTo>
                <a:lnTo>
                  <a:pt x="390562" y="9420"/>
                </a:lnTo>
                <a:lnTo>
                  <a:pt x="437762" y="2377"/>
                </a:lnTo>
                <a:lnTo>
                  <a:pt x="485774" y="0"/>
                </a:lnTo>
                <a:lnTo>
                  <a:pt x="4073990" y="0"/>
                </a:lnTo>
                <a:lnTo>
                  <a:pt x="4122003" y="2377"/>
                </a:lnTo>
                <a:lnTo>
                  <a:pt x="4169202" y="9420"/>
                </a:lnTo>
                <a:lnTo>
                  <a:pt x="4215270" y="20997"/>
                </a:lnTo>
                <a:lnTo>
                  <a:pt x="4259887" y="36977"/>
                </a:lnTo>
                <a:lnTo>
                  <a:pt x="4302736" y="57227"/>
                </a:lnTo>
                <a:lnTo>
                  <a:pt x="4343497" y="81615"/>
                </a:lnTo>
                <a:lnTo>
                  <a:pt x="4381852" y="110010"/>
                </a:lnTo>
                <a:lnTo>
                  <a:pt x="4417483" y="142280"/>
                </a:lnTo>
                <a:lnTo>
                  <a:pt x="4449753" y="177911"/>
                </a:lnTo>
                <a:lnTo>
                  <a:pt x="4478148" y="216266"/>
                </a:lnTo>
                <a:lnTo>
                  <a:pt x="4502537" y="257028"/>
                </a:lnTo>
                <a:lnTo>
                  <a:pt x="4522787" y="299876"/>
                </a:lnTo>
                <a:lnTo>
                  <a:pt x="4538767" y="344494"/>
                </a:lnTo>
                <a:lnTo>
                  <a:pt x="4550344" y="390562"/>
                </a:lnTo>
                <a:lnTo>
                  <a:pt x="4557388" y="437762"/>
                </a:lnTo>
                <a:lnTo>
                  <a:pt x="4559765" y="485774"/>
                </a:lnTo>
                <a:lnTo>
                  <a:pt x="4559765" y="789934"/>
                </a:lnTo>
                <a:lnTo>
                  <a:pt x="4557388" y="837947"/>
                </a:lnTo>
                <a:lnTo>
                  <a:pt x="4550344" y="885147"/>
                </a:lnTo>
                <a:lnTo>
                  <a:pt x="4538767" y="931215"/>
                </a:lnTo>
                <a:lnTo>
                  <a:pt x="4522787" y="975832"/>
                </a:lnTo>
                <a:lnTo>
                  <a:pt x="4502537" y="1018681"/>
                </a:lnTo>
                <a:lnTo>
                  <a:pt x="4478148" y="1059442"/>
                </a:lnTo>
                <a:lnTo>
                  <a:pt x="4449753" y="1097798"/>
                </a:lnTo>
                <a:lnTo>
                  <a:pt x="4417483" y="1133429"/>
                </a:lnTo>
                <a:lnTo>
                  <a:pt x="4381852" y="1165698"/>
                </a:lnTo>
                <a:lnTo>
                  <a:pt x="4343497" y="1194093"/>
                </a:lnTo>
                <a:lnTo>
                  <a:pt x="4302736" y="1218482"/>
                </a:lnTo>
                <a:lnTo>
                  <a:pt x="4259887" y="1238732"/>
                </a:lnTo>
                <a:lnTo>
                  <a:pt x="4215270" y="1254711"/>
                </a:lnTo>
                <a:lnTo>
                  <a:pt x="4169202" y="1266289"/>
                </a:lnTo>
                <a:lnTo>
                  <a:pt x="4122003" y="1273332"/>
                </a:lnTo>
                <a:lnTo>
                  <a:pt x="4073990" y="127570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object 1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60193" y="4423118"/>
            <a:ext cx="5305424" cy="11048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0159" y="7522502"/>
            <a:ext cx="4838699" cy="10096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228798" y="1666895"/>
            <a:ext cx="3924299" cy="952499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1148059" y="755681"/>
            <a:ext cx="20840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5" dirty="0">
                <a:solidFill>
                  <a:srgbClr val="F76ABC"/>
                </a:solidFill>
                <a:latin typeface="Arial"/>
                <a:cs typeface="Arial"/>
              </a:rPr>
              <a:t>ADD</a:t>
            </a:r>
            <a:r>
              <a:rPr sz="2800" b="1" spc="-10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327240" y="3595691"/>
            <a:ext cx="243903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0" dirty="0">
                <a:solidFill>
                  <a:srgbClr val="F76ABC"/>
                </a:solidFill>
                <a:latin typeface="Arial"/>
                <a:cs typeface="Arial"/>
              </a:rPr>
              <a:t>RENAME</a:t>
            </a:r>
            <a:r>
              <a:rPr sz="2800" b="1" spc="-6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xfrm>
            <a:off x="12327240" y="755681"/>
            <a:ext cx="229425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u="none" spc="-204" dirty="0">
                <a:solidFill>
                  <a:srgbClr val="F76ABC"/>
                </a:solidFill>
              </a:rPr>
              <a:t>DROP</a:t>
            </a:r>
            <a:r>
              <a:rPr sz="2800" u="none" spc="-80" dirty="0">
                <a:solidFill>
                  <a:srgbClr val="F76ABC"/>
                </a:solidFill>
              </a:rPr>
              <a:t> </a:t>
            </a:r>
            <a:r>
              <a:rPr sz="2800" u="none" spc="-85" dirty="0">
                <a:solidFill>
                  <a:srgbClr val="FFFFFF"/>
                </a:solidFill>
              </a:rPr>
              <a:t>Column</a:t>
            </a:r>
            <a:endParaRPr sz="2800"/>
          </a:p>
        </p:txBody>
      </p:sp>
      <p:sp>
        <p:nvSpPr>
          <p:cNvPr id="17" name="object 17"/>
          <p:cNvSpPr txBox="1"/>
          <p:nvPr/>
        </p:nvSpPr>
        <p:spPr>
          <a:xfrm>
            <a:off x="1148059" y="3595691"/>
            <a:ext cx="27343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" dirty="0">
                <a:solidFill>
                  <a:srgbClr val="F76ABC"/>
                </a:solidFill>
                <a:latin typeface="Arial"/>
                <a:cs typeface="Arial"/>
              </a:rPr>
              <a:t>MODIFY</a:t>
            </a:r>
            <a:r>
              <a:rPr sz="2800" b="1" spc="-18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148059" y="6638139"/>
            <a:ext cx="432181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10" dirty="0">
                <a:solidFill>
                  <a:srgbClr val="F76ABC"/>
                </a:solidFill>
                <a:latin typeface="Arial"/>
                <a:cs typeface="Arial"/>
              </a:rPr>
              <a:t>CHANGE</a:t>
            </a:r>
            <a:r>
              <a:rPr sz="2800" b="1" spc="-6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(rename)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Table</a:t>
            </a:r>
            <a:r>
              <a:rPr u="heavy" spc="-16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6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related</a:t>
            </a:r>
            <a:r>
              <a:rPr u="heavy" spc="-204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55" dirty="0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</a:rPr>
              <a:t>Queries 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9806" y="5365590"/>
            <a:ext cx="5031740" cy="2136140"/>
            <a:chOff x="1039806" y="5365590"/>
            <a:chExt cx="5031740" cy="2136140"/>
          </a:xfrm>
        </p:grpSpPr>
        <p:sp>
          <p:nvSpPr>
            <p:cNvPr id="4" name="object 4"/>
            <p:cNvSpPr/>
            <p:nvPr/>
          </p:nvSpPr>
          <p:spPr>
            <a:xfrm>
              <a:off x="1039806" y="5365590"/>
              <a:ext cx="5031740" cy="2136140"/>
            </a:xfrm>
            <a:custGeom>
              <a:avLst/>
              <a:gdLst/>
              <a:ahLst/>
              <a:cxnLst/>
              <a:rect l="l" t="t" r="r" b="b"/>
              <a:pathLst>
                <a:path w="5031740" h="2136140">
                  <a:moveTo>
                    <a:pt x="4545360" y="2135944"/>
                  </a:moveTo>
                  <a:lnTo>
                    <a:pt x="485774" y="2135944"/>
                  </a:lnTo>
                  <a:lnTo>
                    <a:pt x="437762" y="2133567"/>
                  </a:lnTo>
                  <a:lnTo>
                    <a:pt x="390562" y="2126524"/>
                  </a:lnTo>
                  <a:lnTo>
                    <a:pt x="344494" y="2114946"/>
                  </a:lnTo>
                  <a:lnTo>
                    <a:pt x="299876" y="2098966"/>
                  </a:lnTo>
                  <a:lnTo>
                    <a:pt x="257028" y="2078716"/>
                  </a:lnTo>
                  <a:lnTo>
                    <a:pt x="216266" y="2054328"/>
                  </a:lnTo>
                  <a:lnTo>
                    <a:pt x="177911" y="2025933"/>
                  </a:lnTo>
                  <a:lnTo>
                    <a:pt x="142280" y="1993663"/>
                  </a:lnTo>
                  <a:lnTo>
                    <a:pt x="110010" y="1958033"/>
                  </a:lnTo>
                  <a:lnTo>
                    <a:pt x="81615" y="1919677"/>
                  </a:lnTo>
                  <a:lnTo>
                    <a:pt x="57227" y="1878916"/>
                  </a:lnTo>
                  <a:lnTo>
                    <a:pt x="36977" y="1836067"/>
                  </a:lnTo>
                  <a:lnTo>
                    <a:pt x="20997" y="1791449"/>
                  </a:lnTo>
                  <a:lnTo>
                    <a:pt x="9420" y="1745381"/>
                  </a:lnTo>
                  <a:lnTo>
                    <a:pt x="2377" y="1698182"/>
                  </a:lnTo>
                  <a:lnTo>
                    <a:pt x="0" y="1650169"/>
                  </a:lnTo>
                  <a:lnTo>
                    <a:pt x="0" y="485774"/>
                  </a:lnTo>
                  <a:lnTo>
                    <a:pt x="2377" y="437761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7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545360" y="0"/>
                  </a:lnTo>
                  <a:lnTo>
                    <a:pt x="4593373" y="2377"/>
                  </a:lnTo>
                  <a:lnTo>
                    <a:pt x="4640573" y="9420"/>
                  </a:lnTo>
                  <a:lnTo>
                    <a:pt x="4686641" y="20997"/>
                  </a:lnTo>
                  <a:lnTo>
                    <a:pt x="4731258" y="36977"/>
                  </a:lnTo>
                  <a:lnTo>
                    <a:pt x="4774107" y="57227"/>
                  </a:lnTo>
                  <a:lnTo>
                    <a:pt x="4814868" y="81615"/>
                  </a:lnTo>
                  <a:lnTo>
                    <a:pt x="4853224" y="110010"/>
                  </a:lnTo>
                  <a:lnTo>
                    <a:pt x="4888855" y="142280"/>
                  </a:lnTo>
                  <a:lnTo>
                    <a:pt x="4921124" y="177911"/>
                  </a:lnTo>
                  <a:lnTo>
                    <a:pt x="4949519" y="216266"/>
                  </a:lnTo>
                  <a:lnTo>
                    <a:pt x="4973908" y="257027"/>
                  </a:lnTo>
                  <a:lnTo>
                    <a:pt x="4994158" y="299876"/>
                  </a:lnTo>
                  <a:lnTo>
                    <a:pt x="5010138" y="344494"/>
                  </a:lnTo>
                  <a:lnTo>
                    <a:pt x="5021715" y="390562"/>
                  </a:lnTo>
                  <a:lnTo>
                    <a:pt x="5028758" y="437761"/>
                  </a:lnTo>
                  <a:lnTo>
                    <a:pt x="5031135" y="485774"/>
                  </a:lnTo>
                  <a:lnTo>
                    <a:pt x="5031135" y="1650169"/>
                  </a:lnTo>
                  <a:lnTo>
                    <a:pt x="5028758" y="1698182"/>
                  </a:lnTo>
                  <a:lnTo>
                    <a:pt x="5021715" y="1745381"/>
                  </a:lnTo>
                  <a:lnTo>
                    <a:pt x="5010138" y="1791449"/>
                  </a:lnTo>
                  <a:lnTo>
                    <a:pt x="4994158" y="1836067"/>
                  </a:lnTo>
                  <a:lnTo>
                    <a:pt x="4973908" y="1878916"/>
                  </a:lnTo>
                  <a:lnTo>
                    <a:pt x="4949519" y="1919677"/>
                  </a:lnTo>
                  <a:lnTo>
                    <a:pt x="4921124" y="1958033"/>
                  </a:lnTo>
                  <a:lnTo>
                    <a:pt x="4888855" y="1993663"/>
                  </a:lnTo>
                  <a:lnTo>
                    <a:pt x="4853224" y="2025933"/>
                  </a:lnTo>
                  <a:lnTo>
                    <a:pt x="4814868" y="2054328"/>
                  </a:lnTo>
                  <a:lnTo>
                    <a:pt x="4774107" y="2078716"/>
                  </a:lnTo>
                  <a:lnTo>
                    <a:pt x="4731258" y="2098966"/>
                  </a:lnTo>
                  <a:lnTo>
                    <a:pt x="4686641" y="2114946"/>
                  </a:lnTo>
                  <a:lnTo>
                    <a:pt x="4640573" y="2126524"/>
                  </a:lnTo>
                  <a:lnTo>
                    <a:pt x="4593373" y="2133567"/>
                  </a:lnTo>
                  <a:lnTo>
                    <a:pt x="4545360" y="213594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75054" y="5521689"/>
              <a:ext cx="4562474" cy="183832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27106" y="2024226"/>
            <a:ext cx="5883275" cy="19335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0" dirty="0">
                <a:solidFill>
                  <a:srgbClr val="17D9FF"/>
                </a:solidFill>
                <a:latin typeface="Arial"/>
                <a:cs typeface="Arial"/>
              </a:rPr>
              <a:t>Truncate</a:t>
            </a:r>
            <a:r>
              <a:rPr sz="2800" b="1" spc="-75" dirty="0">
                <a:solidFill>
                  <a:srgbClr val="17D9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(to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delete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table's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data)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80"/>
              </a:spcBef>
            </a:pP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spc="-175" dirty="0">
                <a:solidFill>
                  <a:srgbClr val="A69EF1"/>
                </a:solidFill>
                <a:latin typeface="Arial"/>
                <a:cs typeface="Arial"/>
              </a:rPr>
              <a:t>TRUNCATE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spc="-245" dirty="0">
                <a:solidFill>
                  <a:srgbClr val="A69EF1"/>
                </a:solidFill>
                <a:latin typeface="Arial"/>
                <a:cs typeface="Arial"/>
              </a:rPr>
              <a:t>TABLE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r>
              <a:rPr sz="3200" i="1" spc="-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80" dirty="0">
                <a:solidFill>
                  <a:srgbClr val="FFFFFF"/>
                </a:solidFill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2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Joins</a:t>
            </a:r>
            <a:r>
              <a:rPr u="heavy" spc="-14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4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in</a:t>
            </a:r>
            <a:r>
              <a:rPr u="heavy" spc="-13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34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SQL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27106" y="1952705"/>
            <a:ext cx="1527492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Join </a:t>
            </a:r>
            <a:r>
              <a:rPr sz="2800" b="1" spc="-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8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to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combine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rows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two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tables,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0" dirty="0">
                <a:solidFill>
                  <a:srgbClr val="FFFFFF"/>
                </a:solidFill>
                <a:latin typeface="Arial"/>
                <a:cs typeface="Arial"/>
              </a:rPr>
              <a:t>based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on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related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column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between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them.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352171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Types</a:t>
            </a:r>
            <a:r>
              <a:rPr spc="-130" dirty="0"/>
              <a:t> </a:t>
            </a:r>
            <a:r>
              <a:rPr spc="-135" dirty="0"/>
              <a:t>of</a:t>
            </a:r>
            <a:r>
              <a:rPr spc="-130" dirty="0"/>
              <a:t> </a:t>
            </a:r>
            <a:r>
              <a:rPr spc="-20" dirty="0"/>
              <a:t>Joins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088726" y="2399419"/>
            <a:ext cx="3752256" cy="2350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1866" y="2317525"/>
            <a:ext cx="3823895" cy="237801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508397" y="2399184"/>
            <a:ext cx="3766646" cy="2331288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826136" y="2429424"/>
            <a:ext cx="3715410" cy="230349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7324700" y="5789193"/>
            <a:ext cx="8399145" cy="1144270"/>
          </a:xfrm>
          <a:custGeom>
            <a:avLst/>
            <a:gdLst/>
            <a:ahLst/>
            <a:cxnLst/>
            <a:rect l="l" t="t" r="r" b="b"/>
            <a:pathLst>
              <a:path w="8399144" h="1144270">
                <a:moveTo>
                  <a:pt x="8398954" y="11722"/>
                </a:moveTo>
                <a:lnTo>
                  <a:pt x="8398764" y="0"/>
                </a:lnTo>
                <a:lnTo>
                  <a:pt x="8162963" y="5130"/>
                </a:lnTo>
                <a:lnTo>
                  <a:pt x="8160867" y="73190"/>
                </a:lnTo>
                <a:lnTo>
                  <a:pt x="8154454" y="146761"/>
                </a:lnTo>
                <a:lnTo>
                  <a:pt x="8148828" y="190792"/>
                </a:lnTo>
                <a:lnTo>
                  <a:pt x="8141182" y="238633"/>
                </a:lnTo>
                <a:lnTo>
                  <a:pt x="8131213" y="289547"/>
                </a:lnTo>
                <a:lnTo>
                  <a:pt x="8118589" y="342747"/>
                </a:lnTo>
                <a:lnTo>
                  <a:pt x="8103032" y="397510"/>
                </a:lnTo>
                <a:lnTo>
                  <a:pt x="8084210" y="453059"/>
                </a:lnTo>
                <a:lnTo>
                  <a:pt x="8061820" y="508647"/>
                </a:lnTo>
                <a:lnTo>
                  <a:pt x="8035569" y="563511"/>
                </a:lnTo>
                <a:lnTo>
                  <a:pt x="8005127" y="616902"/>
                </a:lnTo>
                <a:lnTo>
                  <a:pt x="7970202" y="668058"/>
                </a:lnTo>
                <a:lnTo>
                  <a:pt x="7930477" y="716229"/>
                </a:lnTo>
                <a:lnTo>
                  <a:pt x="7885646" y="760653"/>
                </a:lnTo>
                <a:lnTo>
                  <a:pt x="7835405" y="800569"/>
                </a:lnTo>
                <a:lnTo>
                  <a:pt x="7801940" y="822401"/>
                </a:lnTo>
                <a:lnTo>
                  <a:pt x="7766863" y="841781"/>
                </a:lnTo>
                <a:lnTo>
                  <a:pt x="7730172" y="858723"/>
                </a:lnTo>
                <a:lnTo>
                  <a:pt x="7691882" y="873213"/>
                </a:lnTo>
                <a:lnTo>
                  <a:pt x="7651991" y="885253"/>
                </a:lnTo>
                <a:lnTo>
                  <a:pt x="7610526" y="894842"/>
                </a:lnTo>
                <a:lnTo>
                  <a:pt x="7567473" y="901992"/>
                </a:lnTo>
                <a:lnTo>
                  <a:pt x="7522858" y="906703"/>
                </a:lnTo>
                <a:lnTo>
                  <a:pt x="7476668" y="908951"/>
                </a:lnTo>
                <a:lnTo>
                  <a:pt x="7428928" y="908773"/>
                </a:lnTo>
                <a:lnTo>
                  <a:pt x="7379640" y="906132"/>
                </a:lnTo>
                <a:lnTo>
                  <a:pt x="7328802" y="901052"/>
                </a:lnTo>
                <a:lnTo>
                  <a:pt x="7276427" y="893533"/>
                </a:lnTo>
                <a:lnTo>
                  <a:pt x="7222528" y="883564"/>
                </a:lnTo>
                <a:lnTo>
                  <a:pt x="7167105" y="871156"/>
                </a:lnTo>
                <a:lnTo>
                  <a:pt x="7110171" y="856310"/>
                </a:lnTo>
                <a:lnTo>
                  <a:pt x="7051726" y="839012"/>
                </a:lnTo>
                <a:lnTo>
                  <a:pt x="6991782" y="819277"/>
                </a:lnTo>
                <a:lnTo>
                  <a:pt x="6930339" y="797090"/>
                </a:lnTo>
                <a:lnTo>
                  <a:pt x="6785508" y="741070"/>
                </a:lnTo>
                <a:lnTo>
                  <a:pt x="6552717" y="645706"/>
                </a:lnTo>
                <a:lnTo>
                  <a:pt x="5768048" y="305409"/>
                </a:lnTo>
                <a:lnTo>
                  <a:pt x="5613146" y="243179"/>
                </a:lnTo>
                <a:lnTo>
                  <a:pt x="5513311" y="205905"/>
                </a:lnTo>
                <a:lnTo>
                  <a:pt x="5416207" y="172504"/>
                </a:lnTo>
                <a:lnTo>
                  <a:pt x="5321820" y="143433"/>
                </a:lnTo>
                <a:lnTo>
                  <a:pt x="5275631" y="130657"/>
                </a:lnTo>
                <a:lnTo>
                  <a:pt x="5230114" y="119126"/>
                </a:lnTo>
                <a:lnTo>
                  <a:pt x="5185270" y="108889"/>
                </a:lnTo>
                <a:lnTo>
                  <a:pt x="5141087" y="99999"/>
                </a:lnTo>
                <a:lnTo>
                  <a:pt x="5097564" y="92532"/>
                </a:lnTo>
                <a:lnTo>
                  <a:pt x="5054701" y="86525"/>
                </a:lnTo>
                <a:lnTo>
                  <a:pt x="5012499" y="82029"/>
                </a:lnTo>
                <a:lnTo>
                  <a:pt x="4970945" y="79108"/>
                </a:lnTo>
                <a:lnTo>
                  <a:pt x="4930051" y="77812"/>
                </a:lnTo>
                <a:lnTo>
                  <a:pt x="4889817" y="78193"/>
                </a:lnTo>
                <a:lnTo>
                  <a:pt x="4850219" y="80327"/>
                </a:lnTo>
                <a:lnTo>
                  <a:pt x="4811268" y="84239"/>
                </a:lnTo>
                <a:lnTo>
                  <a:pt x="4772965" y="90004"/>
                </a:lnTo>
                <a:lnTo>
                  <a:pt x="4735296" y="97663"/>
                </a:lnTo>
                <a:lnTo>
                  <a:pt x="4698263" y="107276"/>
                </a:lnTo>
                <a:lnTo>
                  <a:pt x="4661878" y="118910"/>
                </a:lnTo>
                <a:lnTo>
                  <a:pt x="4626114" y="132600"/>
                </a:lnTo>
                <a:lnTo>
                  <a:pt x="4590986" y="148412"/>
                </a:lnTo>
                <a:lnTo>
                  <a:pt x="4556201" y="166598"/>
                </a:lnTo>
                <a:lnTo>
                  <a:pt x="4522444" y="186931"/>
                </a:lnTo>
                <a:lnTo>
                  <a:pt x="4489729" y="209410"/>
                </a:lnTo>
                <a:lnTo>
                  <a:pt x="4458043" y="234048"/>
                </a:lnTo>
                <a:lnTo>
                  <a:pt x="4427372" y="260858"/>
                </a:lnTo>
                <a:lnTo>
                  <a:pt x="4397718" y="289852"/>
                </a:lnTo>
                <a:lnTo>
                  <a:pt x="4369066" y="321030"/>
                </a:lnTo>
                <a:lnTo>
                  <a:pt x="4341419" y="354406"/>
                </a:lnTo>
                <a:lnTo>
                  <a:pt x="4314761" y="390004"/>
                </a:lnTo>
                <a:lnTo>
                  <a:pt x="4289095" y="427824"/>
                </a:lnTo>
                <a:lnTo>
                  <a:pt x="4264406" y="467880"/>
                </a:lnTo>
                <a:lnTo>
                  <a:pt x="4240682" y="510171"/>
                </a:lnTo>
                <a:lnTo>
                  <a:pt x="4217924" y="554736"/>
                </a:lnTo>
                <a:lnTo>
                  <a:pt x="4199382" y="594575"/>
                </a:lnTo>
                <a:lnTo>
                  <a:pt x="4180840" y="554736"/>
                </a:lnTo>
                <a:lnTo>
                  <a:pt x="4158081" y="510171"/>
                </a:lnTo>
                <a:lnTo>
                  <a:pt x="4134358" y="467880"/>
                </a:lnTo>
                <a:lnTo>
                  <a:pt x="4109669" y="427824"/>
                </a:lnTo>
                <a:lnTo>
                  <a:pt x="4084002" y="390004"/>
                </a:lnTo>
                <a:lnTo>
                  <a:pt x="4057345" y="354406"/>
                </a:lnTo>
                <a:lnTo>
                  <a:pt x="4029697" y="321030"/>
                </a:lnTo>
                <a:lnTo>
                  <a:pt x="4001046" y="289852"/>
                </a:lnTo>
                <a:lnTo>
                  <a:pt x="3971391" y="260858"/>
                </a:lnTo>
                <a:lnTo>
                  <a:pt x="3940733" y="234048"/>
                </a:lnTo>
                <a:lnTo>
                  <a:pt x="3909034" y="209410"/>
                </a:lnTo>
                <a:lnTo>
                  <a:pt x="3876319" y="186931"/>
                </a:lnTo>
                <a:lnTo>
                  <a:pt x="3842575" y="166598"/>
                </a:lnTo>
                <a:lnTo>
                  <a:pt x="3807777" y="148412"/>
                </a:lnTo>
                <a:lnTo>
                  <a:pt x="3772649" y="132600"/>
                </a:lnTo>
                <a:lnTo>
                  <a:pt x="3736898" y="118910"/>
                </a:lnTo>
                <a:lnTo>
                  <a:pt x="3700500" y="107276"/>
                </a:lnTo>
                <a:lnTo>
                  <a:pt x="3663480" y="97663"/>
                </a:lnTo>
                <a:lnTo>
                  <a:pt x="3625824" y="90004"/>
                </a:lnTo>
                <a:lnTo>
                  <a:pt x="3587521" y="84239"/>
                </a:lnTo>
                <a:lnTo>
                  <a:pt x="3548570" y="80327"/>
                </a:lnTo>
                <a:lnTo>
                  <a:pt x="3508984" y="78193"/>
                </a:lnTo>
                <a:lnTo>
                  <a:pt x="3468738" y="77812"/>
                </a:lnTo>
                <a:lnTo>
                  <a:pt x="3427857" y="79108"/>
                </a:lnTo>
                <a:lnTo>
                  <a:pt x="3386315" y="82029"/>
                </a:lnTo>
                <a:lnTo>
                  <a:pt x="3344113" y="86525"/>
                </a:lnTo>
                <a:lnTo>
                  <a:pt x="3301263" y="92532"/>
                </a:lnTo>
                <a:lnTo>
                  <a:pt x="3257753" y="99999"/>
                </a:lnTo>
                <a:lnTo>
                  <a:pt x="3213570" y="108889"/>
                </a:lnTo>
                <a:lnTo>
                  <a:pt x="3168739" y="119126"/>
                </a:lnTo>
                <a:lnTo>
                  <a:pt x="3123222" y="130657"/>
                </a:lnTo>
                <a:lnTo>
                  <a:pt x="3077045" y="143433"/>
                </a:lnTo>
                <a:lnTo>
                  <a:pt x="2982671" y="172504"/>
                </a:lnTo>
                <a:lnTo>
                  <a:pt x="2885579" y="205905"/>
                </a:lnTo>
                <a:lnTo>
                  <a:pt x="2785770" y="243179"/>
                </a:lnTo>
                <a:lnTo>
                  <a:pt x="2683192" y="283895"/>
                </a:lnTo>
                <a:lnTo>
                  <a:pt x="2524150" y="350469"/>
                </a:lnTo>
                <a:lnTo>
                  <a:pt x="1936648" y="607174"/>
                </a:lnTo>
                <a:lnTo>
                  <a:pt x="1660626" y="722160"/>
                </a:lnTo>
                <a:lnTo>
                  <a:pt x="1468424" y="797090"/>
                </a:lnTo>
                <a:lnTo>
                  <a:pt x="1407071" y="819251"/>
                </a:lnTo>
                <a:lnTo>
                  <a:pt x="1347203" y="838962"/>
                </a:lnTo>
                <a:lnTo>
                  <a:pt x="1288834" y="856246"/>
                </a:lnTo>
                <a:lnTo>
                  <a:pt x="1231963" y="871093"/>
                </a:lnTo>
                <a:lnTo>
                  <a:pt x="1176604" y="883500"/>
                </a:lnTo>
                <a:lnTo>
                  <a:pt x="1122756" y="893470"/>
                </a:lnTo>
                <a:lnTo>
                  <a:pt x="1070432" y="901001"/>
                </a:lnTo>
                <a:lnTo>
                  <a:pt x="1019644" y="906094"/>
                </a:lnTo>
                <a:lnTo>
                  <a:pt x="970394" y="908761"/>
                </a:lnTo>
                <a:lnTo>
                  <a:pt x="922680" y="908977"/>
                </a:lnTo>
                <a:lnTo>
                  <a:pt x="876528" y="906754"/>
                </a:lnTo>
                <a:lnTo>
                  <a:pt x="831938" y="902081"/>
                </a:lnTo>
                <a:lnTo>
                  <a:pt x="788911" y="894981"/>
                </a:lnTo>
                <a:lnTo>
                  <a:pt x="747458" y="885444"/>
                </a:lnTo>
                <a:lnTo>
                  <a:pt x="707593" y="873455"/>
                </a:lnTo>
                <a:lnTo>
                  <a:pt x="669315" y="859040"/>
                </a:lnTo>
                <a:lnTo>
                  <a:pt x="632637" y="842175"/>
                </a:lnTo>
                <a:lnTo>
                  <a:pt x="597560" y="822858"/>
                </a:lnTo>
                <a:lnTo>
                  <a:pt x="564095" y="801116"/>
                </a:lnTo>
                <a:lnTo>
                  <a:pt x="514032" y="761453"/>
                </a:lnTo>
                <a:lnTo>
                  <a:pt x="469341" y="717245"/>
                </a:lnTo>
                <a:lnTo>
                  <a:pt x="429704" y="669226"/>
                </a:lnTo>
                <a:lnTo>
                  <a:pt x="394830" y="618185"/>
                </a:lnTo>
                <a:lnTo>
                  <a:pt x="364413" y="564857"/>
                </a:lnTo>
                <a:lnTo>
                  <a:pt x="338150" y="510019"/>
                </a:lnTo>
                <a:lnTo>
                  <a:pt x="315722" y="454431"/>
                </a:lnTo>
                <a:lnTo>
                  <a:pt x="296849" y="398830"/>
                </a:lnTo>
                <a:lnTo>
                  <a:pt x="281203" y="344004"/>
                </a:lnTo>
                <a:lnTo>
                  <a:pt x="268490" y="290703"/>
                </a:lnTo>
                <a:lnTo>
                  <a:pt x="258406" y="239687"/>
                </a:lnTo>
                <a:lnTo>
                  <a:pt x="250647" y="191706"/>
                </a:lnTo>
                <a:lnTo>
                  <a:pt x="244906" y="147535"/>
                </a:lnTo>
                <a:lnTo>
                  <a:pt x="240880" y="107924"/>
                </a:lnTo>
                <a:lnTo>
                  <a:pt x="236753" y="45440"/>
                </a:lnTo>
                <a:lnTo>
                  <a:pt x="235800" y="4940"/>
                </a:lnTo>
                <a:lnTo>
                  <a:pt x="0" y="0"/>
                </a:lnTo>
                <a:lnTo>
                  <a:pt x="1092" y="61976"/>
                </a:lnTo>
                <a:lnTo>
                  <a:pt x="5041" y="123723"/>
                </a:lnTo>
                <a:lnTo>
                  <a:pt x="13373" y="201460"/>
                </a:lnTo>
                <a:lnTo>
                  <a:pt x="19672" y="245262"/>
                </a:lnTo>
                <a:lnTo>
                  <a:pt x="27660" y="291807"/>
                </a:lnTo>
                <a:lnTo>
                  <a:pt x="37528" y="340639"/>
                </a:lnTo>
                <a:lnTo>
                  <a:pt x="49479" y="391363"/>
                </a:lnTo>
                <a:lnTo>
                  <a:pt x="63703" y="443547"/>
                </a:lnTo>
                <a:lnTo>
                  <a:pt x="80416" y="496760"/>
                </a:lnTo>
                <a:lnTo>
                  <a:pt x="99796" y="550583"/>
                </a:lnTo>
                <a:lnTo>
                  <a:pt x="122047" y="604608"/>
                </a:lnTo>
                <a:lnTo>
                  <a:pt x="147370" y="658380"/>
                </a:lnTo>
                <a:lnTo>
                  <a:pt x="175971" y="711504"/>
                </a:lnTo>
                <a:lnTo>
                  <a:pt x="208026" y="763549"/>
                </a:lnTo>
                <a:lnTo>
                  <a:pt x="243738" y="814082"/>
                </a:lnTo>
                <a:lnTo>
                  <a:pt x="283324" y="862685"/>
                </a:lnTo>
                <a:lnTo>
                  <a:pt x="326961" y="908939"/>
                </a:lnTo>
                <a:lnTo>
                  <a:pt x="374853" y="952423"/>
                </a:lnTo>
                <a:lnTo>
                  <a:pt x="427202" y="992695"/>
                </a:lnTo>
                <a:lnTo>
                  <a:pt x="462076" y="1015961"/>
                </a:lnTo>
                <a:lnTo>
                  <a:pt x="498030" y="1037285"/>
                </a:lnTo>
                <a:lnTo>
                  <a:pt x="535063" y="1056665"/>
                </a:lnTo>
                <a:lnTo>
                  <a:pt x="573151" y="1074127"/>
                </a:lnTo>
                <a:lnTo>
                  <a:pt x="612305" y="1089647"/>
                </a:lnTo>
                <a:lnTo>
                  <a:pt x="652513" y="1103236"/>
                </a:lnTo>
                <a:lnTo>
                  <a:pt x="693775" y="1114894"/>
                </a:lnTo>
                <a:lnTo>
                  <a:pt x="736079" y="1124623"/>
                </a:lnTo>
                <a:lnTo>
                  <a:pt x="779437" y="1132408"/>
                </a:lnTo>
                <a:lnTo>
                  <a:pt x="823823" y="1138262"/>
                </a:lnTo>
                <a:lnTo>
                  <a:pt x="869251" y="1142187"/>
                </a:lnTo>
                <a:lnTo>
                  <a:pt x="915695" y="1144168"/>
                </a:lnTo>
                <a:lnTo>
                  <a:pt x="963180" y="1144219"/>
                </a:lnTo>
                <a:lnTo>
                  <a:pt x="1011682" y="1142339"/>
                </a:lnTo>
                <a:lnTo>
                  <a:pt x="1061186" y="1138516"/>
                </a:lnTo>
                <a:lnTo>
                  <a:pt x="1111707" y="1132763"/>
                </a:lnTo>
                <a:lnTo>
                  <a:pt x="1163243" y="1125067"/>
                </a:lnTo>
                <a:lnTo>
                  <a:pt x="1215771" y="1115441"/>
                </a:lnTo>
                <a:lnTo>
                  <a:pt x="1269301" y="1103884"/>
                </a:lnTo>
                <a:lnTo>
                  <a:pt x="1323822" y="1090383"/>
                </a:lnTo>
                <a:lnTo>
                  <a:pt x="1379334" y="1074953"/>
                </a:lnTo>
                <a:lnTo>
                  <a:pt x="1435823" y="1057579"/>
                </a:lnTo>
                <a:lnTo>
                  <a:pt x="1493291" y="1038275"/>
                </a:lnTo>
                <a:lnTo>
                  <a:pt x="1551736" y="1017041"/>
                </a:lnTo>
                <a:lnTo>
                  <a:pt x="1749221" y="940028"/>
                </a:lnTo>
                <a:lnTo>
                  <a:pt x="1986965" y="841425"/>
                </a:lnTo>
                <a:lnTo>
                  <a:pt x="2521572" y="607860"/>
                </a:lnTo>
                <a:lnTo>
                  <a:pt x="2749981" y="510628"/>
                </a:lnTo>
                <a:lnTo>
                  <a:pt x="2858351" y="467156"/>
                </a:lnTo>
                <a:lnTo>
                  <a:pt x="2962694" y="427875"/>
                </a:lnTo>
                <a:lnTo>
                  <a:pt x="3062922" y="393382"/>
                </a:lnTo>
                <a:lnTo>
                  <a:pt x="3111462" y="378117"/>
                </a:lnTo>
                <a:lnTo>
                  <a:pt x="3158934" y="364261"/>
                </a:lnTo>
                <a:lnTo>
                  <a:pt x="3205327" y="351891"/>
                </a:lnTo>
                <a:lnTo>
                  <a:pt x="3250641" y="341096"/>
                </a:lnTo>
                <a:lnTo>
                  <a:pt x="3294837" y="331927"/>
                </a:lnTo>
                <a:lnTo>
                  <a:pt x="3337915" y="324459"/>
                </a:lnTo>
                <a:lnTo>
                  <a:pt x="3379876" y="318782"/>
                </a:lnTo>
                <a:lnTo>
                  <a:pt x="3420681" y="314947"/>
                </a:lnTo>
                <a:lnTo>
                  <a:pt x="3460343" y="313042"/>
                </a:lnTo>
                <a:lnTo>
                  <a:pt x="3498837" y="313131"/>
                </a:lnTo>
                <a:lnTo>
                  <a:pt x="3572281" y="319608"/>
                </a:lnTo>
                <a:lnTo>
                  <a:pt x="3640925" y="334962"/>
                </a:lnTo>
                <a:lnTo>
                  <a:pt x="3704653" y="359752"/>
                </a:lnTo>
                <a:lnTo>
                  <a:pt x="3769957" y="399237"/>
                </a:lnTo>
                <a:lnTo>
                  <a:pt x="3800843" y="423964"/>
                </a:lnTo>
                <a:lnTo>
                  <a:pt x="3830586" y="452056"/>
                </a:lnTo>
                <a:lnTo>
                  <a:pt x="3859187" y="483514"/>
                </a:lnTo>
                <a:lnTo>
                  <a:pt x="3886644" y="518388"/>
                </a:lnTo>
                <a:lnTo>
                  <a:pt x="3912997" y="556666"/>
                </a:lnTo>
                <a:lnTo>
                  <a:pt x="3938232" y="598385"/>
                </a:lnTo>
                <a:lnTo>
                  <a:pt x="3962387" y="643572"/>
                </a:lnTo>
                <a:lnTo>
                  <a:pt x="3985450" y="692226"/>
                </a:lnTo>
                <a:lnTo>
                  <a:pt x="4007459" y="744397"/>
                </a:lnTo>
                <a:lnTo>
                  <a:pt x="4028402" y="800087"/>
                </a:lnTo>
                <a:lnTo>
                  <a:pt x="4048315" y="859320"/>
                </a:lnTo>
                <a:lnTo>
                  <a:pt x="4067200" y="922108"/>
                </a:lnTo>
                <a:lnTo>
                  <a:pt x="4085056" y="988491"/>
                </a:lnTo>
                <a:lnTo>
                  <a:pt x="4199382" y="959586"/>
                </a:lnTo>
                <a:lnTo>
                  <a:pt x="4313707" y="988491"/>
                </a:lnTo>
                <a:lnTo>
                  <a:pt x="4331576" y="922108"/>
                </a:lnTo>
                <a:lnTo>
                  <a:pt x="4350448" y="859320"/>
                </a:lnTo>
                <a:lnTo>
                  <a:pt x="4370362" y="800087"/>
                </a:lnTo>
                <a:lnTo>
                  <a:pt x="4391304" y="744397"/>
                </a:lnTo>
                <a:lnTo>
                  <a:pt x="4413313" y="692226"/>
                </a:lnTo>
                <a:lnTo>
                  <a:pt x="4436376" y="643572"/>
                </a:lnTo>
                <a:lnTo>
                  <a:pt x="4460532" y="598385"/>
                </a:lnTo>
                <a:lnTo>
                  <a:pt x="4485779" y="556666"/>
                </a:lnTo>
                <a:lnTo>
                  <a:pt x="4512119" y="518388"/>
                </a:lnTo>
                <a:lnTo>
                  <a:pt x="4539589" y="483514"/>
                </a:lnTo>
                <a:lnTo>
                  <a:pt x="4568177" y="452056"/>
                </a:lnTo>
                <a:lnTo>
                  <a:pt x="4597920" y="423964"/>
                </a:lnTo>
                <a:lnTo>
                  <a:pt x="4628807" y="399237"/>
                </a:lnTo>
                <a:lnTo>
                  <a:pt x="4660874" y="377837"/>
                </a:lnTo>
                <a:lnTo>
                  <a:pt x="4725378" y="346138"/>
                </a:lnTo>
                <a:lnTo>
                  <a:pt x="4791608" y="326136"/>
                </a:lnTo>
                <a:lnTo>
                  <a:pt x="4862690" y="315302"/>
                </a:lnTo>
                <a:lnTo>
                  <a:pt x="4938522" y="313042"/>
                </a:lnTo>
                <a:lnTo>
                  <a:pt x="4978197" y="314947"/>
                </a:lnTo>
                <a:lnTo>
                  <a:pt x="5019014" y="318782"/>
                </a:lnTo>
                <a:lnTo>
                  <a:pt x="5060988" y="324459"/>
                </a:lnTo>
                <a:lnTo>
                  <a:pt x="5104066" y="331927"/>
                </a:lnTo>
                <a:lnTo>
                  <a:pt x="5148275" y="341096"/>
                </a:lnTo>
                <a:lnTo>
                  <a:pt x="5193589" y="351891"/>
                </a:lnTo>
                <a:lnTo>
                  <a:pt x="5239982" y="364261"/>
                </a:lnTo>
                <a:lnTo>
                  <a:pt x="5287467" y="378117"/>
                </a:lnTo>
                <a:lnTo>
                  <a:pt x="5336006" y="393382"/>
                </a:lnTo>
                <a:lnTo>
                  <a:pt x="5385600" y="409994"/>
                </a:lnTo>
                <a:lnTo>
                  <a:pt x="5487911" y="446951"/>
                </a:lnTo>
                <a:lnTo>
                  <a:pt x="5594286" y="488403"/>
                </a:lnTo>
                <a:lnTo>
                  <a:pt x="5761253" y="557733"/>
                </a:lnTo>
                <a:lnTo>
                  <a:pt x="6275032" y="782523"/>
                </a:lnTo>
                <a:lnTo>
                  <a:pt x="6601117" y="920407"/>
                </a:lnTo>
                <a:lnTo>
                  <a:pt x="6797129" y="998067"/>
                </a:lnTo>
                <a:lnTo>
                  <a:pt x="6905498" y="1038275"/>
                </a:lnTo>
                <a:lnTo>
                  <a:pt x="6962978" y="1057579"/>
                </a:lnTo>
                <a:lnTo>
                  <a:pt x="7019493" y="1074953"/>
                </a:lnTo>
                <a:lnTo>
                  <a:pt x="7075005" y="1090383"/>
                </a:lnTo>
                <a:lnTo>
                  <a:pt x="7129539" y="1103884"/>
                </a:lnTo>
                <a:lnTo>
                  <a:pt x="7183069" y="1115441"/>
                </a:lnTo>
                <a:lnTo>
                  <a:pt x="7235609" y="1125067"/>
                </a:lnTo>
                <a:lnTo>
                  <a:pt x="7287146" y="1132763"/>
                </a:lnTo>
                <a:lnTo>
                  <a:pt x="7337666" y="1138516"/>
                </a:lnTo>
                <a:lnTo>
                  <a:pt x="7387183" y="1142339"/>
                </a:lnTo>
                <a:lnTo>
                  <a:pt x="7435685" y="1144219"/>
                </a:lnTo>
                <a:lnTo>
                  <a:pt x="7483157" y="1144168"/>
                </a:lnTo>
                <a:lnTo>
                  <a:pt x="7529614" y="1142187"/>
                </a:lnTo>
                <a:lnTo>
                  <a:pt x="7575042" y="1138262"/>
                </a:lnTo>
                <a:lnTo>
                  <a:pt x="7619428" y="1132408"/>
                </a:lnTo>
                <a:lnTo>
                  <a:pt x="7662786" y="1124623"/>
                </a:lnTo>
                <a:lnTo>
                  <a:pt x="7705090" y="1114894"/>
                </a:lnTo>
                <a:lnTo>
                  <a:pt x="7746365" y="1103236"/>
                </a:lnTo>
                <a:lnTo>
                  <a:pt x="7786573" y="1089647"/>
                </a:lnTo>
                <a:lnTo>
                  <a:pt x="7825740" y="1074127"/>
                </a:lnTo>
                <a:lnTo>
                  <a:pt x="7863840" y="1056665"/>
                </a:lnTo>
                <a:lnTo>
                  <a:pt x="7900873" y="1037285"/>
                </a:lnTo>
                <a:lnTo>
                  <a:pt x="7936852" y="1015961"/>
                </a:lnTo>
                <a:lnTo>
                  <a:pt x="7971752" y="992695"/>
                </a:lnTo>
                <a:lnTo>
                  <a:pt x="8021040" y="954925"/>
                </a:lnTo>
                <a:lnTo>
                  <a:pt x="8066392" y="914311"/>
                </a:lnTo>
                <a:lnTo>
                  <a:pt x="8107959" y="871194"/>
                </a:lnTo>
                <a:lnTo>
                  <a:pt x="8145932" y="825931"/>
                </a:lnTo>
                <a:lnTo>
                  <a:pt x="8180451" y="778891"/>
                </a:lnTo>
                <a:lnTo>
                  <a:pt x="8211680" y="730389"/>
                </a:lnTo>
                <a:lnTo>
                  <a:pt x="8239798" y="680808"/>
                </a:lnTo>
                <a:lnTo>
                  <a:pt x="8264957" y="630491"/>
                </a:lnTo>
                <a:lnTo>
                  <a:pt x="8287321" y="579780"/>
                </a:lnTo>
                <a:lnTo>
                  <a:pt x="8307057" y="529043"/>
                </a:lnTo>
                <a:lnTo>
                  <a:pt x="8324316" y="478612"/>
                </a:lnTo>
                <a:lnTo>
                  <a:pt x="8339290" y="428853"/>
                </a:lnTo>
                <a:lnTo>
                  <a:pt x="8352117" y="380111"/>
                </a:lnTo>
                <a:lnTo>
                  <a:pt x="8362975" y="332740"/>
                </a:lnTo>
                <a:lnTo>
                  <a:pt x="8372018" y="287096"/>
                </a:lnTo>
                <a:lnTo>
                  <a:pt x="8379422" y="243522"/>
                </a:lnTo>
                <a:lnTo>
                  <a:pt x="8385340" y="202361"/>
                </a:lnTo>
                <a:lnTo>
                  <a:pt x="8393366" y="128739"/>
                </a:lnTo>
                <a:lnTo>
                  <a:pt x="8397430" y="69037"/>
                </a:lnTo>
                <a:lnTo>
                  <a:pt x="8398954" y="11722"/>
                </a:lnTo>
                <a:close/>
              </a:path>
            </a:pathLst>
          </a:custGeom>
          <a:solidFill>
            <a:srgbClr val="BED0D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970925" y="5082572"/>
            <a:ext cx="163576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60" dirty="0">
                <a:solidFill>
                  <a:srgbClr val="04172F"/>
                </a:solidFill>
                <a:latin typeface="Arial"/>
                <a:cs typeface="Arial"/>
              </a:rPr>
              <a:t>Inner</a:t>
            </a:r>
            <a:r>
              <a:rPr sz="2800" b="1" spc="-120" dirty="0">
                <a:solidFill>
                  <a:srgbClr val="04172F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04172F"/>
                </a:solidFill>
                <a:latin typeface="Arial"/>
                <a:cs typeface="Arial"/>
              </a:rPr>
              <a:t>Join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675834" y="5149822"/>
            <a:ext cx="141859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80" dirty="0">
                <a:solidFill>
                  <a:srgbClr val="04172F"/>
                </a:solidFill>
                <a:latin typeface="Arial"/>
                <a:cs typeface="Arial"/>
              </a:rPr>
              <a:t>Left</a:t>
            </a:r>
            <a:r>
              <a:rPr sz="2800" b="1" spc="-100" dirty="0">
                <a:solidFill>
                  <a:srgbClr val="04172F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04172F"/>
                </a:solidFill>
                <a:latin typeface="Arial"/>
                <a:cs typeface="Arial"/>
              </a:rPr>
              <a:t>Join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870496" y="5149822"/>
            <a:ext cx="16268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5" dirty="0">
                <a:solidFill>
                  <a:srgbClr val="04172F"/>
                </a:solidFill>
                <a:latin typeface="Arial"/>
                <a:cs typeface="Arial"/>
              </a:rPr>
              <a:t>Right</a:t>
            </a:r>
            <a:r>
              <a:rPr sz="2800" b="1" spc="-85" dirty="0">
                <a:solidFill>
                  <a:srgbClr val="04172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04172F"/>
                </a:solidFill>
                <a:latin typeface="Arial"/>
                <a:cs typeface="Arial"/>
              </a:rPr>
              <a:t>Join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279152" y="5149822"/>
            <a:ext cx="14147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5" dirty="0">
                <a:solidFill>
                  <a:srgbClr val="04172F"/>
                </a:solidFill>
                <a:latin typeface="Arial"/>
                <a:cs typeface="Arial"/>
              </a:rPr>
              <a:t>Full</a:t>
            </a:r>
            <a:r>
              <a:rPr sz="2800" b="1" spc="-160" dirty="0">
                <a:solidFill>
                  <a:srgbClr val="04172F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04172F"/>
                </a:solidFill>
                <a:latin typeface="Arial"/>
                <a:cs typeface="Arial"/>
              </a:rPr>
              <a:t>Join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585610" y="7025103"/>
            <a:ext cx="1882139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45" dirty="0">
                <a:solidFill>
                  <a:srgbClr val="04172F"/>
                </a:solidFill>
                <a:latin typeface="Arial"/>
                <a:cs typeface="Arial"/>
              </a:rPr>
              <a:t>Outer</a:t>
            </a:r>
            <a:r>
              <a:rPr sz="2800" b="1" spc="-120" dirty="0">
                <a:solidFill>
                  <a:srgbClr val="04172F"/>
                </a:solidFill>
                <a:latin typeface="Arial"/>
                <a:cs typeface="Arial"/>
              </a:rPr>
              <a:t> Joins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79"/>
            <a:ext cx="2440940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0" dirty="0"/>
              <a:t>Inner</a:t>
            </a:r>
            <a:r>
              <a:rPr spc="-210" dirty="0"/>
              <a:t> </a:t>
            </a:r>
            <a:r>
              <a:rPr spc="-114" dirty="0"/>
              <a:t>Join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148" y="2001505"/>
            <a:ext cx="9006205" cy="43726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0" dirty="0">
                <a:latin typeface="Arial"/>
                <a:cs typeface="Arial"/>
              </a:rPr>
              <a:t>Returns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records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that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50" dirty="0">
                <a:latin typeface="Arial"/>
                <a:cs typeface="Arial"/>
              </a:rPr>
              <a:t>have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35" dirty="0">
                <a:latin typeface="Arial"/>
                <a:cs typeface="Arial"/>
              </a:rPr>
              <a:t>matching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55" dirty="0">
                <a:latin typeface="Arial"/>
                <a:cs typeface="Arial"/>
              </a:rPr>
              <a:t>values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00" dirty="0">
                <a:latin typeface="Arial"/>
                <a:cs typeface="Arial"/>
              </a:rPr>
              <a:t>in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95" dirty="0">
                <a:latin typeface="Arial"/>
                <a:cs typeface="Arial"/>
              </a:rPr>
              <a:t>both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tables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235"/>
              </a:spcBef>
            </a:pP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sz="2800" b="1" i="1" spc="-10" dirty="0">
                <a:solidFill>
                  <a:srgbClr val="04172F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  <a:p>
            <a:pPr marL="23495" marR="5447665">
              <a:lnSpc>
                <a:spcPct val="115199"/>
              </a:lnSpc>
              <a:spcBef>
                <a:spcPts val="1130"/>
              </a:spcBef>
            </a:pPr>
            <a:r>
              <a:rPr sz="3200" b="1" spc="-220" dirty="0">
                <a:solidFill>
                  <a:srgbClr val="F76ABC"/>
                </a:solidFill>
                <a:latin typeface="Arial"/>
                <a:cs typeface="Arial"/>
              </a:rPr>
              <a:t>SELECT</a:t>
            </a:r>
            <a:r>
              <a:rPr sz="3200" b="1" spc="-8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column(s) </a:t>
            </a:r>
            <a:r>
              <a:rPr sz="3200" b="1" spc="-70" dirty="0">
                <a:solidFill>
                  <a:srgbClr val="F76ABC"/>
                </a:solidFill>
                <a:latin typeface="Arial"/>
                <a:cs typeface="Arial"/>
              </a:rPr>
              <a:t>FROM</a:t>
            </a:r>
            <a:r>
              <a:rPr sz="3200" b="1" spc="-14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i="1" spc="-10" dirty="0">
                <a:latin typeface="Arial"/>
                <a:cs typeface="Arial"/>
              </a:rPr>
              <a:t>tableA </a:t>
            </a:r>
            <a:r>
              <a:rPr sz="3200" b="1" spc="-125" dirty="0">
                <a:solidFill>
                  <a:srgbClr val="F76ABC"/>
                </a:solidFill>
                <a:latin typeface="Arial"/>
                <a:cs typeface="Arial"/>
              </a:rPr>
              <a:t>INNER </a:t>
            </a:r>
            <a:r>
              <a:rPr sz="3200" b="1" spc="-10" dirty="0">
                <a:solidFill>
                  <a:srgbClr val="F76ABC"/>
                </a:solidFill>
                <a:latin typeface="Arial"/>
                <a:cs typeface="Arial"/>
              </a:rPr>
              <a:t>JOIN</a:t>
            </a:r>
            <a:r>
              <a:rPr sz="3200" b="1" spc="-16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i="1" spc="-55" dirty="0">
                <a:latin typeface="Arial"/>
                <a:cs typeface="Arial"/>
              </a:rPr>
              <a:t>tableB</a:t>
            </a:r>
            <a:endParaRPr sz="32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585"/>
              </a:spcBef>
            </a:pPr>
            <a:r>
              <a:rPr sz="3200" b="1" dirty="0">
                <a:solidFill>
                  <a:srgbClr val="F76ABC"/>
                </a:solidFill>
                <a:latin typeface="Arial"/>
                <a:cs typeface="Arial"/>
              </a:rPr>
              <a:t>ON</a:t>
            </a:r>
            <a:r>
              <a:rPr sz="3200" b="1" spc="-9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tableA.col_name</a:t>
            </a:r>
            <a:r>
              <a:rPr sz="3200" i="1" spc="-95" dirty="0">
                <a:latin typeface="Arial"/>
                <a:cs typeface="Arial"/>
              </a:rPr>
              <a:t> </a:t>
            </a:r>
            <a:r>
              <a:rPr sz="3200" i="1" spc="90" dirty="0">
                <a:latin typeface="Arial"/>
                <a:cs typeface="Arial"/>
              </a:rPr>
              <a:t>=</a:t>
            </a:r>
            <a:r>
              <a:rPr sz="3200" i="1" spc="-9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tableB.col_name</a:t>
            </a:r>
            <a:r>
              <a:rPr sz="3200" b="1" i="1" spc="-10" dirty="0"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97136" y="1530652"/>
            <a:ext cx="3823895" cy="2378012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8666" y="3313457"/>
            <a:ext cx="4648024" cy="30344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759" y="3309568"/>
            <a:ext cx="3717868" cy="250991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66524" y="7850160"/>
            <a:ext cx="6500615" cy="1681426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27106" y="776635"/>
            <a:ext cx="2440940" cy="156337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25"/>
              </a:spcBef>
            </a:pPr>
            <a:r>
              <a:rPr spc="-70" dirty="0"/>
              <a:t>Inner</a:t>
            </a:r>
            <a:r>
              <a:rPr spc="-210" dirty="0"/>
              <a:t> </a:t>
            </a:r>
            <a:r>
              <a:rPr spc="-114" dirty="0"/>
              <a:t>Join</a:t>
            </a:r>
          </a:p>
          <a:p>
            <a:pPr marL="78105">
              <a:lnSpc>
                <a:spcPct val="100000"/>
              </a:lnSpc>
              <a:spcBef>
                <a:spcPts val="1480"/>
              </a:spcBef>
            </a:pPr>
            <a:r>
              <a:rPr sz="2800" i="1" u="none" spc="-10" dirty="0">
                <a:solidFill>
                  <a:srgbClr val="04172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303787" y="796440"/>
            <a:ext cx="6409690" cy="1856105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2600" b="1" spc="-180" dirty="0">
                <a:solidFill>
                  <a:srgbClr val="F76ABC"/>
                </a:solidFill>
                <a:latin typeface="Arial"/>
                <a:cs typeface="Arial"/>
              </a:rPr>
              <a:t>SELECT</a:t>
            </a:r>
            <a:r>
              <a:rPr sz="2600" b="1" spc="-4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i="1" spc="50" dirty="0">
                <a:latin typeface="Arial"/>
                <a:cs typeface="Arial"/>
              </a:rPr>
              <a:t>*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600" b="1" spc="-55" dirty="0">
                <a:solidFill>
                  <a:srgbClr val="F76ABC"/>
                </a:solidFill>
                <a:latin typeface="Arial"/>
                <a:cs typeface="Arial"/>
              </a:rPr>
              <a:t>FROM</a:t>
            </a:r>
            <a:r>
              <a:rPr sz="2600" b="1" spc="-10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b="1" i="1" spc="-10" dirty="0">
                <a:latin typeface="Arial"/>
                <a:cs typeface="Arial"/>
              </a:rPr>
              <a:t>student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spc="-95" dirty="0">
                <a:solidFill>
                  <a:srgbClr val="F76ABC"/>
                </a:solidFill>
                <a:latin typeface="Arial"/>
                <a:cs typeface="Arial"/>
              </a:rPr>
              <a:t>INNER</a:t>
            </a:r>
            <a:r>
              <a:rPr sz="2600" b="1" spc="-10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76ABC"/>
                </a:solidFill>
                <a:latin typeface="Arial"/>
                <a:cs typeface="Arial"/>
              </a:rPr>
              <a:t>JOIN</a:t>
            </a:r>
            <a:r>
              <a:rPr sz="2600" b="1" spc="-15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b="1" i="1" spc="-10" dirty="0">
                <a:latin typeface="Arial"/>
                <a:cs typeface="Arial"/>
              </a:rPr>
              <a:t>course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2600" b="1" dirty="0">
                <a:solidFill>
                  <a:srgbClr val="F76ABC"/>
                </a:solidFill>
                <a:latin typeface="Arial"/>
                <a:cs typeface="Arial"/>
              </a:rPr>
              <a:t>ON</a:t>
            </a:r>
            <a:r>
              <a:rPr sz="2600" b="1" spc="-10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student.student_id</a:t>
            </a:r>
            <a:r>
              <a:rPr sz="2600" i="1" spc="-95" dirty="0">
                <a:latin typeface="Arial"/>
                <a:cs typeface="Arial"/>
              </a:rPr>
              <a:t> </a:t>
            </a:r>
            <a:r>
              <a:rPr sz="2600" i="1" spc="90" dirty="0">
                <a:latin typeface="Arial"/>
                <a:cs typeface="Arial"/>
              </a:rPr>
              <a:t>=</a:t>
            </a:r>
            <a:r>
              <a:rPr sz="2600" i="1" spc="-100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course.student_id</a:t>
            </a:r>
            <a:r>
              <a:rPr sz="2600" b="1" i="1" spc="-10" dirty="0">
                <a:latin typeface="Arial"/>
                <a:cs typeface="Arial"/>
              </a:rPr>
              <a:t>;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92953" y="2780684"/>
            <a:ext cx="11791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10" dirty="0">
                <a:solidFill>
                  <a:srgbClr val="04172F"/>
                </a:solidFill>
                <a:latin typeface="Arial"/>
                <a:cs typeface="Arial"/>
              </a:rPr>
              <a:t>student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54629" y="2780684"/>
            <a:ext cx="1057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0" dirty="0">
                <a:solidFill>
                  <a:srgbClr val="04172F"/>
                </a:solidFill>
                <a:latin typeface="Arial"/>
                <a:cs typeface="Arial"/>
              </a:rPr>
              <a:t>course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92953" y="7234877"/>
            <a:ext cx="10223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120" dirty="0">
                <a:solidFill>
                  <a:srgbClr val="04172F"/>
                </a:solidFill>
                <a:latin typeface="Arial"/>
                <a:cs typeface="Arial"/>
              </a:rPr>
              <a:t>Result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Left</a:t>
            </a:r>
            <a:r>
              <a:rPr spc="-190" dirty="0"/>
              <a:t> </a:t>
            </a:r>
            <a:r>
              <a:rPr spc="-20" dirty="0"/>
              <a:t>Join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848902"/>
            <a:ext cx="10965815" cy="467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b="1" spc="-140" dirty="0">
                <a:latin typeface="Arial"/>
                <a:cs typeface="Arial"/>
              </a:rPr>
              <a:t>Returns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all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records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70" dirty="0">
                <a:latin typeface="Arial"/>
                <a:cs typeface="Arial"/>
              </a:rPr>
              <a:t>from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40" dirty="0">
                <a:latin typeface="Arial"/>
                <a:cs typeface="Arial"/>
              </a:rPr>
              <a:t>the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left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table,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and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40" dirty="0">
                <a:latin typeface="Arial"/>
                <a:cs typeface="Arial"/>
              </a:rPr>
              <a:t>the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14" dirty="0">
                <a:latin typeface="Arial"/>
                <a:cs typeface="Arial"/>
              </a:rPr>
              <a:t>matched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records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from </a:t>
            </a:r>
            <a:r>
              <a:rPr sz="2800" b="1" spc="-40" dirty="0">
                <a:latin typeface="Arial"/>
                <a:cs typeface="Arial"/>
              </a:rPr>
              <a:t>the</a:t>
            </a:r>
            <a:r>
              <a:rPr sz="2800" b="1" spc="-140" dirty="0">
                <a:latin typeface="Arial"/>
                <a:cs typeface="Arial"/>
              </a:rPr>
              <a:t> </a:t>
            </a:r>
            <a:r>
              <a:rPr sz="2800" b="1" spc="-75" dirty="0">
                <a:latin typeface="Arial"/>
                <a:cs typeface="Arial"/>
              </a:rPr>
              <a:t>right</a:t>
            </a:r>
            <a:r>
              <a:rPr sz="2800" b="1" spc="-114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sz="2800" b="1" i="1" spc="-10" dirty="0">
                <a:solidFill>
                  <a:srgbClr val="04172F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  <a:p>
            <a:pPr marL="23495" marR="7666990">
              <a:lnSpc>
                <a:spcPct val="115199"/>
              </a:lnSpc>
              <a:spcBef>
                <a:spcPts val="1135"/>
              </a:spcBef>
            </a:pPr>
            <a:r>
              <a:rPr sz="3200" b="1" spc="-220" dirty="0">
                <a:solidFill>
                  <a:srgbClr val="F76ABC"/>
                </a:solidFill>
                <a:latin typeface="Arial"/>
                <a:cs typeface="Arial"/>
              </a:rPr>
              <a:t>SELECT</a:t>
            </a:r>
            <a:r>
              <a:rPr sz="3200" b="1" spc="-8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spc="-55" dirty="0">
                <a:latin typeface="Arial"/>
                <a:cs typeface="Arial"/>
              </a:rPr>
              <a:t>column(s) </a:t>
            </a:r>
            <a:r>
              <a:rPr sz="3200" b="1" spc="-70" dirty="0">
                <a:solidFill>
                  <a:srgbClr val="F76ABC"/>
                </a:solidFill>
                <a:latin typeface="Arial"/>
                <a:cs typeface="Arial"/>
              </a:rPr>
              <a:t>FROM</a:t>
            </a:r>
            <a:r>
              <a:rPr sz="3200" b="1" spc="-14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i="1" spc="-10" dirty="0">
                <a:latin typeface="Arial"/>
                <a:cs typeface="Arial"/>
              </a:rPr>
              <a:t>tableA </a:t>
            </a:r>
            <a:r>
              <a:rPr sz="3200" b="1" spc="-170" dirty="0">
                <a:solidFill>
                  <a:srgbClr val="F76ABC"/>
                </a:solidFill>
                <a:latin typeface="Arial"/>
                <a:cs typeface="Arial"/>
              </a:rPr>
              <a:t>LEFT</a:t>
            </a:r>
            <a:r>
              <a:rPr sz="3200" b="1" spc="-12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76ABC"/>
                </a:solidFill>
                <a:latin typeface="Arial"/>
                <a:cs typeface="Arial"/>
              </a:rPr>
              <a:t>JOIN</a:t>
            </a:r>
            <a:r>
              <a:rPr sz="3200" b="1" spc="-18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i="1" spc="-55" dirty="0">
                <a:latin typeface="Arial"/>
                <a:cs typeface="Arial"/>
              </a:rPr>
              <a:t>tableB</a:t>
            </a:r>
            <a:endParaRPr sz="32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585"/>
              </a:spcBef>
            </a:pPr>
            <a:r>
              <a:rPr sz="3200" b="1" dirty="0">
                <a:solidFill>
                  <a:srgbClr val="F76ABC"/>
                </a:solidFill>
                <a:latin typeface="Arial"/>
                <a:cs typeface="Arial"/>
              </a:rPr>
              <a:t>ON</a:t>
            </a:r>
            <a:r>
              <a:rPr sz="3200" b="1" spc="-9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tableA.col_name</a:t>
            </a:r>
            <a:r>
              <a:rPr sz="3200" i="1" spc="-95" dirty="0">
                <a:latin typeface="Arial"/>
                <a:cs typeface="Arial"/>
              </a:rPr>
              <a:t> </a:t>
            </a:r>
            <a:r>
              <a:rPr sz="3200" i="1" spc="90" dirty="0">
                <a:latin typeface="Arial"/>
                <a:cs typeface="Arial"/>
              </a:rPr>
              <a:t>=</a:t>
            </a:r>
            <a:r>
              <a:rPr sz="3200" i="1" spc="-9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tableB.col_name</a:t>
            </a:r>
            <a:r>
              <a:rPr sz="3200" b="1" i="1" spc="-10" dirty="0"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130145" y="1567290"/>
            <a:ext cx="3766646" cy="2331288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8666" y="3313457"/>
            <a:ext cx="4648024" cy="30344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759" y="3309568"/>
            <a:ext cx="3717868" cy="25099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0" dirty="0"/>
              <a:t>Left</a:t>
            </a:r>
            <a:r>
              <a:rPr spc="-190" dirty="0"/>
              <a:t> </a:t>
            </a:r>
            <a:r>
              <a:rPr spc="-20" dirty="0"/>
              <a:t>Join 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8281" y="7562331"/>
            <a:ext cx="4951923" cy="232679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2953" y="1887603"/>
            <a:ext cx="14147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85" dirty="0">
                <a:solidFill>
                  <a:srgbClr val="04172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64645" y="956511"/>
            <a:ext cx="4675505" cy="18542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600" b="1" spc="-180" dirty="0">
                <a:solidFill>
                  <a:srgbClr val="F76ABC"/>
                </a:solidFill>
                <a:latin typeface="Arial"/>
                <a:cs typeface="Arial"/>
              </a:rPr>
              <a:t>SELECT</a:t>
            </a:r>
            <a:r>
              <a:rPr sz="2600" b="1" spc="-4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i="1" spc="50" dirty="0">
                <a:latin typeface="Arial"/>
                <a:cs typeface="Arial"/>
              </a:rPr>
              <a:t>*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spc="-55" dirty="0">
                <a:solidFill>
                  <a:srgbClr val="F76ABC"/>
                </a:solidFill>
                <a:latin typeface="Arial"/>
                <a:cs typeface="Arial"/>
              </a:rPr>
              <a:t>FROM</a:t>
            </a:r>
            <a:r>
              <a:rPr sz="2600" b="1" spc="-9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b="1" i="1" spc="-75" dirty="0">
                <a:latin typeface="Arial"/>
                <a:cs typeface="Arial"/>
              </a:rPr>
              <a:t>student</a:t>
            </a:r>
            <a:r>
              <a:rPr sz="2600" b="1" i="1" spc="-95" dirty="0">
                <a:latin typeface="Arial"/>
                <a:cs typeface="Arial"/>
              </a:rPr>
              <a:t> </a:t>
            </a:r>
            <a:r>
              <a:rPr sz="2600" i="1" spc="-55" dirty="0">
                <a:latin typeface="Arial"/>
                <a:cs typeface="Arial"/>
              </a:rPr>
              <a:t>as</a:t>
            </a:r>
            <a:r>
              <a:rPr sz="2600" i="1" spc="-95" dirty="0">
                <a:latin typeface="Arial"/>
                <a:cs typeface="Arial"/>
              </a:rPr>
              <a:t> </a:t>
            </a:r>
            <a:r>
              <a:rPr sz="2600" i="1" spc="-5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spc="-140" dirty="0">
                <a:solidFill>
                  <a:srgbClr val="F76ABC"/>
                </a:solidFill>
                <a:latin typeface="Arial"/>
                <a:cs typeface="Arial"/>
              </a:rPr>
              <a:t>LEFT</a:t>
            </a:r>
            <a:r>
              <a:rPr sz="2600" b="1" spc="-10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76ABC"/>
                </a:solidFill>
                <a:latin typeface="Arial"/>
                <a:cs typeface="Arial"/>
              </a:rPr>
              <a:t>JOIN</a:t>
            </a:r>
            <a:r>
              <a:rPr sz="2600" b="1" spc="-17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b="1" i="1" spc="-140" dirty="0">
                <a:latin typeface="Arial"/>
                <a:cs typeface="Arial"/>
              </a:rPr>
              <a:t>course</a:t>
            </a:r>
            <a:r>
              <a:rPr sz="2600" b="1" i="1" spc="-40" dirty="0">
                <a:latin typeface="Arial"/>
                <a:cs typeface="Arial"/>
              </a:rPr>
              <a:t> </a:t>
            </a:r>
            <a:r>
              <a:rPr sz="2600" i="1" spc="-55" dirty="0">
                <a:latin typeface="Arial"/>
                <a:cs typeface="Arial"/>
              </a:rPr>
              <a:t>as</a:t>
            </a:r>
            <a:r>
              <a:rPr sz="2600" i="1" spc="-95" dirty="0">
                <a:latin typeface="Arial"/>
                <a:cs typeface="Arial"/>
              </a:rPr>
              <a:t> </a:t>
            </a:r>
            <a:r>
              <a:rPr sz="2600" i="1" spc="-50" dirty="0">
                <a:latin typeface="Arial"/>
                <a:cs typeface="Arial"/>
              </a:rPr>
              <a:t>c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dirty="0">
                <a:solidFill>
                  <a:srgbClr val="F76ABC"/>
                </a:solidFill>
                <a:latin typeface="Arial"/>
                <a:cs typeface="Arial"/>
              </a:rPr>
              <a:t>ON</a:t>
            </a:r>
            <a:r>
              <a:rPr sz="2600" b="1" spc="-114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s.student_id</a:t>
            </a:r>
            <a:r>
              <a:rPr sz="2600" i="1" spc="-105" dirty="0">
                <a:latin typeface="Arial"/>
                <a:cs typeface="Arial"/>
              </a:rPr>
              <a:t> </a:t>
            </a:r>
            <a:r>
              <a:rPr sz="2600" i="1" spc="90" dirty="0">
                <a:latin typeface="Arial"/>
                <a:cs typeface="Arial"/>
              </a:rPr>
              <a:t>=</a:t>
            </a:r>
            <a:r>
              <a:rPr sz="2600" i="1" spc="-105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c.student_id</a:t>
            </a:r>
            <a:r>
              <a:rPr sz="2600" b="1" i="1" spc="-10" dirty="0">
                <a:latin typeface="Arial"/>
                <a:cs typeface="Arial"/>
              </a:rPr>
              <a:t>;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2953" y="2780684"/>
            <a:ext cx="11791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10" dirty="0">
                <a:solidFill>
                  <a:srgbClr val="04172F"/>
                </a:solidFill>
                <a:latin typeface="Arial"/>
                <a:cs typeface="Arial"/>
              </a:rPr>
              <a:t>student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4629" y="2780684"/>
            <a:ext cx="1057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0" dirty="0">
                <a:solidFill>
                  <a:srgbClr val="04172F"/>
                </a:solidFill>
                <a:latin typeface="Arial"/>
                <a:cs typeface="Arial"/>
              </a:rPr>
              <a:t>course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92953" y="6983321"/>
            <a:ext cx="10223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120" dirty="0">
                <a:solidFill>
                  <a:srgbClr val="04172F"/>
                </a:solidFill>
                <a:latin typeface="Arial"/>
                <a:cs typeface="Arial"/>
              </a:rPr>
              <a:t>Result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Right</a:t>
            </a:r>
            <a:r>
              <a:rPr spc="-114" dirty="0"/>
              <a:t> </a:t>
            </a:r>
            <a:r>
              <a:rPr spc="-20" dirty="0"/>
              <a:t>Join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848898"/>
            <a:ext cx="10335260" cy="46723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b="1" spc="-140" dirty="0">
                <a:latin typeface="Arial"/>
                <a:cs typeface="Arial"/>
              </a:rPr>
              <a:t>Returns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all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records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70" dirty="0">
                <a:latin typeface="Arial"/>
                <a:cs typeface="Arial"/>
              </a:rPr>
              <a:t>from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40" dirty="0">
                <a:latin typeface="Arial"/>
                <a:cs typeface="Arial"/>
              </a:rPr>
              <a:t>the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75" dirty="0">
                <a:latin typeface="Arial"/>
                <a:cs typeface="Arial"/>
              </a:rPr>
              <a:t>right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25" dirty="0">
                <a:latin typeface="Arial"/>
                <a:cs typeface="Arial"/>
              </a:rPr>
              <a:t>table,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and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40" dirty="0">
                <a:latin typeface="Arial"/>
                <a:cs typeface="Arial"/>
              </a:rPr>
              <a:t>the</a:t>
            </a:r>
            <a:r>
              <a:rPr sz="2800" b="1" spc="-110" dirty="0">
                <a:latin typeface="Arial"/>
                <a:cs typeface="Arial"/>
              </a:rPr>
              <a:t> </a:t>
            </a:r>
            <a:r>
              <a:rPr sz="2800" b="1" spc="-114" dirty="0">
                <a:latin typeface="Arial"/>
                <a:cs typeface="Arial"/>
              </a:rPr>
              <a:t>matched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45" dirty="0">
                <a:latin typeface="Arial"/>
                <a:cs typeface="Arial"/>
              </a:rPr>
              <a:t>records </a:t>
            </a:r>
            <a:r>
              <a:rPr sz="2800" b="1" spc="-70" dirty="0">
                <a:latin typeface="Arial"/>
                <a:cs typeface="Arial"/>
              </a:rPr>
              <a:t>from</a:t>
            </a:r>
            <a:r>
              <a:rPr sz="2800" b="1" spc="-125" dirty="0">
                <a:latin typeface="Arial"/>
                <a:cs typeface="Arial"/>
              </a:rPr>
              <a:t> </a:t>
            </a:r>
            <a:r>
              <a:rPr sz="2800" b="1" spc="-40" dirty="0">
                <a:latin typeface="Arial"/>
                <a:cs typeface="Arial"/>
              </a:rPr>
              <a:t>the</a:t>
            </a:r>
            <a:r>
              <a:rPr sz="2800" b="1" spc="-14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left</a:t>
            </a:r>
            <a:r>
              <a:rPr sz="2800" b="1" spc="-130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5"/>
              </a:spcBef>
            </a:pP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sz="2800" b="1" i="1" spc="-10" dirty="0">
                <a:solidFill>
                  <a:srgbClr val="04172F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  <a:p>
            <a:pPr marL="23495" marR="6765290">
              <a:lnSpc>
                <a:spcPct val="115199"/>
              </a:lnSpc>
              <a:spcBef>
                <a:spcPts val="1135"/>
              </a:spcBef>
            </a:pPr>
            <a:r>
              <a:rPr sz="3200" b="1" spc="-220" dirty="0">
                <a:solidFill>
                  <a:srgbClr val="F76ABC"/>
                </a:solidFill>
                <a:latin typeface="Arial"/>
                <a:cs typeface="Arial"/>
              </a:rPr>
              <a:t>SELECT</a:t>
            </a:r>
            <a:r>
              <a:rPr sz="3200" b="1" spc="-8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column(s) </a:t>
            </a:r>
            <a:r>
              <a:rPr sz="3200" b="1" spc="-70" dirty="0">
                <a:solidFill>
                  <a:srgbClr val="F76ABC"/>
                </a:solidFill>
                <a:latin typeface="Arial"/>
                <a:cs typeface="Arial"/>
              </a:rPr>
              <a:t>FROM</a:t>
            </a:r>
            <a:r>
              <a:rPr sz="3200" b="1" spc="-14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i="1" spc="-10" dirty="0">
                <a:latin typeface="Arial"/>
                <a:cs typeface="Arial"/>
              </a:rPr>
              <a:t>tableA </a:t>
            </a:r>
            <a:r>
              <a:rPr sz="3200" b="1" spc="-105" dirty="0">
                <a:solidFill>
                  <a:srgbClr val="F76ABC"/>
                </a:solidFill>
                <a:latin typeface="Arial"/>
                <a:cs typeface="Arial"/>
              </a:rPr>
              <a:t>RIGHT</a:t>
            </a:r>
            <a:r>
              <a:rPr sz="3200" b="1" spc="-12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solidFill>
                  <a:srgbClr val="F76ABC"/>
                </a:solidFill>
                <a:latin typeface="Arial"/>
                <a:cs typeface="Arial"/>
              </a:rPr>
              <a:t>JOIN</a:t>
            </a:r>
            <a:r>
              <a:rPr sz="3200" b="1" spc="-19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i="1" spc="-50" dirty="0">
                <a:latin typeface="Arial"/>
                <a:cs typeface="Arial"/>
              </a:rPr>
              <a:t>tableB</a:t>
            </a:r>
            <a:endParaRPr sz="32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585"/>
              </a:spcBef>
            </a:pPr>
            <a:r>
              <a:rPr sz="3200" b="1" dirty="0">
                <a:solidFill>
                  <a:srgbClr val="F76ABC"/>
                </a:solidFill>
                <a:latin typeface="Arial"/>
                <a:cs typeface="Arial"/>
              </a:rPr>
              <a:t>ON</a:t>
            </a:r>
            <a:r>
              <a:rPr sz="3200" b="1" spc="-9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tableA.col_name</a:t>
            </a:r>
            <a:r>
              <a:rPr sz="3200" i="1" spc="-95" dirty="0">
                <a:latin typeface="Arial"/>
                <a:cs typeface="Arial"/>
              </a:rPr>
              <a:t> </a:t>
            </a:r>
            <a:r>
              <a:rPr sz="3200" i="1" spc="90" dirty="0">
                <a:latin typeface="Arial"/>
                <a:cs typeface="Arial"/>
              </a:rPr>
              <a:t>=</a:t>
            </a:r>
            <a:r>
              <a:rPr sz="3200" i="1" spc="-9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tableB.col_name</a:t>
            </a:r>
            <a:r>
              <a:rPr sz="3200" b="1" i="1" spc="-10" dirty="0"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579109" y="1677741"/>
            <a:ext cx="3715410" cy="2303491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668666" y="3313457"/>
            <a:ext cx="4648024" cy="30344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759" y="3309568"/>
            <a:ext cx="3717868" cy="25099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4" dirty="0"/>
              <a:t>Right</a:t>
            </a:r>
            <a:r>
              <a:rPr spc="-114" dirty="0"/>
              <a:t> </a:t>
            </a:r>
            <a:r>
              <a:rPr spc="-20" dirty="0"/>
              <a:t>Join 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70099" y="7130207"/>
            <a:ext cx="6666380" cy="2688266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2953" y="1887604"/>
            <a:ext cx="141478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85" dirty="0">
                <a:solidFill>
                  <a:srgbClr val="04172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164645" y="956512"/>
            <a:ext cx="4675505" cy="185420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600" b="1" spc="-180" dirty="0">
                <a:solidFill>
                  <a:srgbClr val="F76ABC"/>
                </a:solidFill>
                <a:latin typeface="Arial"/>
                <a:cs typeface="Arial"/>
              </a:rPr>
              <a:t>SELECT</a:t>
            </a:r>
            <a:r>
              <a:rPr sz="2600" b="1" spc="-4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i="1" spc="50" dirty="0">
                <a:latin typeface="Arial"/>
                <a:cs typeface="Arial"/>
              </a:rPr>
              <a:t>*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spc="-55" dirty="0">
                <a:solidFill>
                  <a:srgbClr val="F76ABC"/>
                </a:solidFill>
                <a:latin typeface="Arial"/>
                <a:cs typeface="Arial"/>
              </a:rPr>
              <a:t>FROM</a:t>
            </a:r>
            <a:r>
              <a:rPr sz="2600" b="1" spc="-9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b="1" i="1" spc="-75" dirty="0">
                <a:latin typeface="Arial"/>
                <a:cs typeface="Arial"/>
              </a:rPr>
              <a:t>student</a:t>
            </a:r>
            <a:r>
              <a:rPr sz="2600" b="1" i="1" spc="-95" dirty="0">
                <a:latin typeface="Arial"/>
                <a:cs typeface="Arial"/>
              </a:rPr>
              <a:t> </a:t>
            </a:r>
            <a:r>
              <a:rPr sz="2600" i="1" spc="-55" dirty="0">
                <a:latin typeface="Arial"/>
                <a:cs typeface="Arial"/>
              </a:rPr>
              <a:t>as</a:t>
            </a:r>
            <a:r>
              <a:rPr sz="2600" i="1" spc="-95" dirty="0">
                <a:latin typeface="Arial"/>
                <a:cs typeface="Arial"/>
              </a:rPr>
              <a:t> </a:t>
            </a:r>
            <a:r>
              <a:rPr sz="2600" i="1" spc="-50" dirty="0">
                <a:latin typeface="Arial"/>
                <a:cs typeface="Arial"/>
              </a:rPr>
              <a:t>s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spc="-80" dirty="0">
                <a:solidFill>
                  <a:srgbClr val="F76ABC"/>
                </a:solidFill>
                <a:latin typeface="Arial"/>
                <a:cs typeface="Arial"/>
              </a:rPr>
              <a:t>RIGHT</a:t>
            </a:r>
            <a:r>
              <a:rPr sz="2600" b="1" spc="-10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F76ABC"/>
                </a:solidFill>
                <a:latin typeface="Arial"/>
                <a:cs typeface="Arial"/>
              </a:rPr>
              <a:t>JOIN</a:t>
            </a:r>
            <a:r>
              <a:rPr sz="2600" b="1" spc="-17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b="1" i="1" spc="-140" dirty="0">
                <a:latin typeface="Arial"/>
                <a:cs typeface="Arial"/>
              </a:rPr>
              <a:t>course</a:t>
            </a:r>
            <a:r>
              <a:rPr sz="2600" b="1" i="1" spc="-40" dirty="0">
                <a:latin typeface="Arial"/>
                <a:cs typeface="Arial"/>
              </a:rPr>
              <a:t> </a:t>
            </a:r>
            <a:r>
              <a:rPr sz="2600" i="1" spc="-55" dirty="0">
                <a:latin typeface="Arial"/>
                <a:cs typeface="Arial"/>
              </a:rPr>
              <a:t>as</a:t>
            </a:r>
            <a:r>
              <a:rPr sz="2600" i="1" spc="-100" dirty="0">
                <a:latin typeface="Arial"/>
                <a:cs typeface="Arial"/>
              </a:rPr>
              <a:t> </a:t>
            </a:r>
            <a:r>
              <a:rPr sz="2600" i="1" spc="-50" dirty="0">
                <a:latin typeface="Arial"/>
                <a:cs typeface="Arial"/>
              </a:rPr>
              <a:t>c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600" b="1" dirty="0">
                <a:solidFill>
                  <a:srgbClr val="F76ABC"/>
                </a:solidFill>
                <a:latin typeface="Arial"/>
                <a:cs typeface="Arial"/>
              </a:rPr>
              <a:t>ON</a:t>
            </a:r>
            <a:r>
              <a:rPr sz="2600" b="1" spc="-114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2600" i="1" dirty="0">
                <a:latin typeface="Arial"/>
                <a:cs typeface="Arial"/>
              </a:rPr>
              <a:t>s.student_id</a:t>
            </a:r>
            <a:r>
              <a:rPr sz="2600" i="1" spc="-105" dirty="0">
                <a:latin typeface="Arial"/>
                <a:cs typeface="Arial"/>
              </a:rPr>
              <a:t> </a:t>
            </a:r>
            <a:r>
              <a:rPr sz="2600" i="1" spc="90" dirty="0">
                <a:latin typeface="Arial"/>
                <a:cs typeface="Arial"/>
              </a:rPr>
              <a:t>=</a:t>
            </a:r>
            <a:r>
              <a:rPr sz="2600" i="1" spc="-105" dirty="0">
                <a:latin typeface="Arial"/>
                <a:cs typeface="Arial"/>
              </a:rPr>
              <a:t> </a:t>
            </a:r>
            <a:r>
              <a:rPr sz="2600" i="1" spc="-10" dirty="0">
                <a:latin typeface="Arial"/>
                <a:cs typeface="Arial"/>
              </a:rPr>
              <a:t>c.student_id</a:t>
            </a:r>
            <a:r>
              <a:rPr sz="2600" b="1" i="1" spc="-10" dirty="0">
                <a:latin typeface="Arial"/>
                <a:cs typeface="Arial"/>
              </a:rPr>
              <a:t>;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2953" y="2780684"/>
            <a:ext cx="117919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10" dirty="0">
                <a:solidFill>
                  <a:srgbClr val="04172F"/>
                </a:solidFill>
                <a:latin typeface="Arial"/>
                <a:cs typeface="Arial"/>
              </a:rPr>
              <a:t>student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654629" y="2780684"/>
            <a:ext cx="1057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0" dirty="0">
                <a:solidFill>
                  <a:srgbClr val="04172F"/>
                </a:solidFill>
                <a:latin typeface="Arial"/>
                <a:cs typeface="Arial"/>
              </a:rPr>
              <a:t>course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232628" y="6592796"/>
            <a:ext cx="10223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120" dirty="0">
                <a:solidFill>
                  <a:srgbClr val="04172F"/>
                </a:solidFill>
                <a:latin typeface="Arial"/>
                <a:cs typeface="Arial"/>
              </a:rPr>
              <a:t>Result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77"/>
            <a:ext cx="21596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Full</a:t>
            </a:r>
            <a:r>
              <a:rPr spc="-260" dirty="0"/>
              <a:t> </a:t>
            </a:r>
            <a:r>
              <a:rPr spc="-20" dirty="0"/>
              <a:t>Join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395971" y="1131751"/>
            <a:ext cx="3752256" cy="235086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32212" y="3940442"/>
            <a:ext cx="6144887" cy="410527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16000" y="1917514"/>
            <a:ext cx="10735945" cy="36004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140" dirty="0">
                <a:latin typeface="Arial"/>
                <a:cs typeface="Arial"/>
              </a:rPr>
              <a:t>Returns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20" dirty="0">
                <a:latin typeface="Arial"/>
                <a:cs typeface="Arial"/>
              </a:rPr>
              <a:t>all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40" dirty="0">
                <a:latin typeface="Arial"/>
                <a:cs typeface="Arial"/>
              </a:rPr>
              <a:t>records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45" dirty="0">
                <a:latin typeface="Arial"/>
                <a:cs typeface="Arial"/>
              </a:rPr>
              <a:t>when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there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is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30" dirty="0">
                <a:latin typeface="Arial"/>
                <a:cs typeface="Arial"/>
              </a:rPr>
              <a:t>a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110" dirty="0">
                <a:latin typeface="Arial"/>
                <a:cs typeface="Arial"/>
              </a:rPr>
              <a:t>match</a:t>
            </a:r>
            <a:r>
              <a:rPr sz="2800" b="1" spc="-100" dirty="0">
                <a:latin typeface="Arial"/>
                <a:cs typeface="Arial"/>
              </a:rPr>
              <a:t> in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45" dirty="0">
                <a:latin typeface="Arial"/>
                <a:cs typeface="Arial"/>
              </a:rPr>
              <a:t>either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left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80" dirty="0">
                <a:latin typeface="Arial"/>
                <a:cs typeface="Arial"/>
              </a:rPr>
              <a:t>or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75" dirty="0">
                <a:latin typeface="Arial"/>
                <a:cs typeface="Arial"/>
              </a:rPr>
              <a:t>right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table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2800">
              <a:latin typeface="Arial"/>
              <a:cs typeface="Arial"/>
            </a:endParaRPr>
          </a:p>
          <a:p>
            <a:pPr marL="170180">
              <a:lnSpc>
                <a:spcPct val="100000"/>
              </a:lnSpc>
              <a:spcBef>
                <a:spcPts val="5"/>
              </a:spcBef>
            </a:pPr>
            <a:r>
              <a:rPr sz="2800" b="1" i="1" spc="-100" dirty="0">
                <a:solidFill>
                  <a:srgbClr val="04172F"/>
                </a:solidFill>
                <a:latin typeface="Arial"/>
                <a:cs typeface="Arial"/>
              </a:rPr>
              <a:t>Syntax</a:t>
            </a:r>
            <a:r>
              <a:rPr sz="2800" b="1" i="1" spc="-95" dirty="0">
                <a:solidFill>
                  <a:srgbClr val="04172F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04172F"/>
                </a:solidFill>
                <a:latin typeface="Arial"/>
                <a:cs typeface="Arial"/>
              </a:rPr>
              <a:t>in</a:t>
            </a:r>
            <a:r>
              <a:rPr sz="2800" b="1" i="1" spc="-160" dirty="0">
                <a:solidFill>
                  <a:srgbClr val="04172F"/>
                </a:solidFill>
                <a:latin typeface="Arial"/>
                <a:cs typeface="Arial"/>
              </a:rPr>
              <a:t> </a:t>
            </a:r>
            <a:r>
              <a:rPr sz="2800" b="1" i="1" spc="-10" dirty="0">
                <a:solidFill>
                  <a:srgbClr val="04172F"/>
                </a:solidFill>
                <a:latin typeface="Arial"/>
                <a:cs typeface="Arial"/>
              </a:rPr>
              <a:t>MySQL</a:t>
            </a:r>
            <a:endParaRPr sz="2800">
              <a:latin typeface="Arial"/>
              <a:cs typeface="Arial"/>
            </a:endParaRPr>
          </a:p>
          <a:p>
            <a:pPr marL="8362315" marR="107950">
              <a:lnSpc>
                <a:spcPct val="115199"/>
              </a:lnSpc>
              <a:spcBef>
                <a:spcPts val="1055"/>
              </a:spcBef>
            </a:pPr>
            <a:r>
              <a:rPr sz="3200" b="1" i="1" spc="-160" dirty="0">
                <a:solidFill>
                  <a:srgbClr val="A69EF1"/>
                </a:solidFill>
                <a:latin typeface="Arial"/>
                <a:cs typeface="Arial"/>
              </a:rPr>
              <a:t>LEFT</a:t>
            </a:r>
            <a:r>
              <a:rPr sz="3200" b="1" i="1" spc="-5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i="1" spc="-20" dirty="0">
                <a:solidFill>
                  <a:srgbClr val="A69EF1"/>
                </a:solidFill>
                <a:latin typeface="Arial"/>
                <a:cs typeface="Arial"/>
              </a:rPr>
              <a:t>JOIN </a:t>
            </a:r>
            <a:r>
              <a:rPr sz="3200" b="1" spc="-10" dirty="0">
                <a:solidFill>
                  <a:srgbClr val="F76ABC"/>
                </a:solidFill>
                <a:latin typeface="Arial"/>
                <a:cs typeface="Arial"/>
              </a:rPr>
              <a:t>UNION </a:t>
            </a:r>
            <a:r>
              <a:rPr sz="3200" b="1" i="1" spc="-85" dirty="0">
                <a:solidFill>
                  <a:srgbClr val="A69EF1"/>
                </a:solidFill>
                <a:latin typeface="Arial"/>
                <a:cs typeface="Arial"/>
              </a:rPr>
              <a:t>RIGHT</a:t>
            </a:r>
            <a:r>
              <a:rPr sz="3200" b="1" i="1" spc="-12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b="1" i="1" spc="-20" dirty="0">
                <a:solidFill>
                  <a:srgbClr val="A69EF1"/>
                </a:solidFill>
                <a:latin typeface="Arial"/>
                <a:cs typeface="Arial"/>
              </a:rPr>
              <a:t>JOIN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075435" y="2632467"/>
            <a:ext cx="4648024" cy="303440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76759" y="3021642"/>
            <a:ext cx="3717868" cy="25099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2159635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Full</a:t>
            </a:r>
            <a:r>
              <a:rPr spc="-260" dirty="0"/>
              <a:t> </a:t>
            </a:r>
            <a:r>
              <a:rPr spc="-20" dirty="0"/>
              <a:t>Join </a:t>
            </a:r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11658" y="6717889"/>
            <a:ext cx="6507704" cy="316624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92953" y="1709134"/>
            <a:ext cx="1414780" cy="1235710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800" b="1" i="1" spc="-85" dirty="0">
                <a:solidFill>
                  <a:srgbClr val="04172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800" i="1" spc="-10" dirty="0">
                <a:solidFill>
                  <a:srgbClr val="04172F"/>
                </a:solidFill>
                <a:latin typeface="Arial"/>
                <a:cs typeface="Arial"/>
              </a:rPr>
              <a:t>student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61399" y="2099695"/>
            <a:ext cx="1057275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i="1" spc="-50" dirty="0">
                <a:solidFill>
                  <a:srgbClr val="04172F"/>
                </a:solidFill>
                <a:latin typeface="Arial"/>
                <a:cs typeface="Arial"/>
              </a:rPr>
              <a:t>course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92953" y="6180145"/>
            <a:ext cx="10223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120" dirty="0">
                <a:solidFill>
                  <a:srgbClr val="04172F"/>
                </a:solidFill>
                <a:latin typeface="Arial"/>
                <a:cs typeface="Arial"/>
              </a:rPr>
              <a:t>Result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313443" y="705123"/>
            <a:ext cx="1171115" cy="1170940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79487" y="3373699"/>
            <a:ext cx="3175694" cy="19647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3187" y="3466701"/>
            <a:ext cx="3133464" cy="193604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60127" y="6784288"/>
            <a:ext cx="4906628" cy="28574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047588" y="2278634"/>
            <a:ext cx="10690225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latin typeface="Arial MT"/>
                <a:cs typeface="Arial MT"/>
              </a:rPr>
              <a:t>Qs:</a:t>
            </a:r>
            <a:r>
              <a:rPr sz="3200" spc="43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Write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225" dirty="0">
                <a:latin typeface="Arial MT"/>
                <a:cs typeface="Arial MT"/>
              </a:rPr>
              <a:t>SQL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80" dirty="0">
                <a:latin typeface="Arial MT"/>
                <a:cs typeface="Arial MT"/>
              </a:rPr>
              <a:t>commands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55" dirty="0">
                <a:latin typeface="Arial MT"/>
                <a:cs typeface="Arial MT"/>
              </a:rPr>
              <a:t>to</a:t>
            </a:r>
            <a:r>
              <a:rPr sz="3200" spc="-45" dirty="0">
                <a:latin typeface="Arial MT"/>
                <a:cs typeface="Arial MT"/>
              </a:rPr>
              <a:t> display </a:t>
            </a:r>
            <a:r>
              <a:rPr sz="3200" dirty="0">
                <a:latin typeface="Arial MT"/>
                <a:cs typeface="Arial MT"/>
              </a:rPr>
              <a:t>the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right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-95" dirty="0">
                <a:latin typeface="Arial MT"/>
                <a:cs typeface="Arial MT"/>
              </a:rPr>
              <a:t>exclusive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join</a:t>
            </a:r>
            <a:r>
              <a:rPr sz="3200" spc="-45" dirty="0">
                <a:latin typeface="Arial MT"/>
                <a:cs typeface="Arial MT"/>
              </a:rPr>
              <a:t> </a:t>
            </a:r>
            <a:r>
              <a:rPr sz="3200" spc="105" dirty="0">
                <a:latin typeface="Arial MT"/>
                <a:cs typeface="Arial MT"/>
              </a:rPr>
              <a:t>:</a:t>
            </a:r>
            <a:endParaRPr sz="3200">
              <a:latin typeface="Arial MT"/>
              <a:cs typeface="Arial MT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600" u="none" spc="-185" dirty="0">
                <a:solidFill>
                  <a:srgbClr val="FFA511"/>
                </a:solidFill>
              </a:rPr>
              <a:t>Think</a:t>
            </a:r>
            <a:r>
              <a:rPr sz="5600" u="none" spc="-210" dirty="0">
                <a:solidFill>
                  <a:srgbClr val="FFA511"/>
                </a:solidFill>
              </a:rPr>
              <a:t> </a:t>
            </a:r>
            <a:r>
              <a:rPr sz="5600" u="none" spc="-285" dirty="0">
                <a:solidFill>
                  <a:srgbClr val="FFA511"/>
                </a:solidFill>
              </a:rPr>
              <a:t>&amp;</a:t>
            </a:r>
            <a:r>
              <a:rPr sz="5600" u="none" spc="-204" dirty="0">
                <a:solidFill>
                  <a:srgbClr val="FFA511"/>
                </a:solidFill>
              </a:rPr>
              <a:t> </a:t>
            </a:r>
            <a:r>
              <a:rPr sz="5600" u="none" spc="-475" dirty="0">
                <a:solidFill>
                  <a:srgbClr val="FFA511"/>
                </a:solidFill>
              </a:rPr>
              <a:t>Ans</a:t>
            </a:r>
            <a:endParaRPr sz="5600"/>
          </a:p>
        </p:txBody>
      </p:sp>
      <p:sp>
        <p:nvSpPr>
          <p:cNvPr id="8" name="object 8"/>
          <p:cNvSpPr txBox="1"/>
          <p:nvPr/>
        </p:nvSpPr>
        <p:spPr>
          <a:xfrm>
            <a:off x="7260868" y="5487986"/>
            <a:ext cx="2658110" cy="3937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spc="-50" dirty="0">
                <a:latin typeface="Arial MT"/>
                <a:cs typeface="Arial MT"/>
              </a:rPr>
              <a:t>Right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Exclusive</a:t>
            </a:r>
            <a:r>
              <a:rPr sz="2400" spc="-8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Join</a:t>
            </a:r>
            <a:endParaRPr sz="2400">
              <a:latin typeface="Arial MT"/>
              <a:cs typeface="Arial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88453" y="5487986"/>
            <a:ext cx="2493010" cy="3937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400" dirty="0">
                <a:latin typeface="Arial MT"/>
                <a:cs typeface="Arial MT"/>
              </a:rPr>
              <a:t>Left</a:t>
            </a:r>
            <a:r>
              <a:rPr sz="2400" spc="-50" dirty="0">
                <a:latin typeface="Arial MT"/>
                <a:cs typeface="Arial MT"/>
              </a:rPr>
              <a:t> </a:t>
            </a:r>
            <a:r>
              <a:rPr sz="2400" spc="-65" dirty="0">
                <a:latin typeface="Arial MT"/>
                <a:cs typeface="Arial MT"/>
              </a:rPr>
              <a:t>Exclusive</a:t>
            </a:r>
            <a:r>
              <a:rPr sz="2400" spc="-45" dirty="0">
                <a:latin typeface="Arial MT"/>
                <a:cs typeface="Arial MT"/>
              </a:rPr>
              <a:t> </a:t>
            </a:r>
            <a:r>
              <a:rPr sz="2400" spc="-20" dirty="0">
                <a:latin typeface="Arial MT"/>
                <a:cs typeface="Arial MT"/>
              </a:rPr>
              <a:t>Join</a:t>
            </a:r>
            <a:endParaRPr sz="24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Self</a:t>
            </a:r>
            <a:r>
              <a:rPr spc="-150" dirty="0"/>
              <a:t> </a:t>
            </a:r>
            <a:r>
              <a:rPr spc="-20" dirty="0"/>
              <a:t>Join 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917517"/>
            <a:ext cx="8019415" cy="4282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75" dirty="0">
                <a:latin typeface="Arial"/>
                <a:cs typeface="Arial"/>
              </a:rPr>
              <a:t>It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is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30" dirty="0">
                <a:latin typeface="Arial"/>
                <a:cs typeface="Arial"/>
              </a:rPr>
              <a:t>a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95" dirty="0">
                <a:latin typeface="Arial"/>
                <a:cs typeface="Arial"/>
              </a:rPr>
              <a:t>regular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10" dirty="0">
                <a:latin typeface="Arial"/>
                <a:cs typeface="Arial"/>
              </a:rPr>
              <a:t>join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45" dirty="0">
                <a:latin typeface="Arial"/>
                <a:cs typeface="Arial"/>
              </a:rPr>
              <a:t>but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40" dirty="0">
                <a:latin typeface="Arial"/>
                <a:cs typeface="Arial"/>
              </a:rPr>
              <a:t>the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55" dirty="0">
                <a:latin typeface="Arial"/>
                <a:cs typeface="Arial"/>
              </a:rPr>
              <a:t>table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200" dirty="0">
                <a:latin typeface="Arial"/>
                <a:cs typeface="Arial"/>
              </a:rPr>
              <a:t>is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14" dirty="0">
                <a:latin typeface="Arial"/>
                <a:cs typeface="Arial"/>
              </a:rPr>
              <a:t>joined</a:t>
            </a:r>
            <a:r>
              <a:rPr sz="2800" b="1" spc="-105" dirty="0">
                <a:latin typeface="Arial"/>
                <a:cs typeface="Arial"/>
              </a:rPr>
              <a:t> </a:t>
            </a:r>
            <a:r>
              <a:rPr sz="2800" b="1" spc="-65" dirty="0">
                <a:latin typeface="Arial"/>
                <a:cs typeface="Arial"/>
              </a:rPr>
              <a:t>with</a:t>
            </a:r>
            <a:r>
              <a:rPr sz="2800" b="1" spc="-10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itself.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55"/>
              </a:spcBef>
            </a:pPr>
            <a:endParaRPr sz="2800">
              <a:latin typeface="Arial"/>
              <a:cs typeface="Arial"/>
            </a:endParaRPr>
          </a:p>
          <a:p>
            <a:pPr marL="212725">
              <a:lnSpc>
                <a:spcPct val="100000"/>
              </a:lnSpc>
              <a:spcBef>
                <a:spcPts val="5"/>
              </a:spcBef>
            </a:pPr>
            <a:r>
              <a:rPr sz="2800" b="1" i="1" spc="-10" dirty="0">
                <a:solidFill>
                  <a:srgbClr val="04172F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  <a:p>
            <a:pPr marL="212725" marR="4547870">
              <a:lnSpc>
                <a:spcPct val="115199"/>
              </a:lnSpc>
              <a:spcBef>
                <a:spcPts val="1995"/>
              </a:spcBef>
            </a:pPr>
            <a:r>
              <a:rPr sz="3200" b="1" spc="-220" dirty="0">
                <a:solidFill>
                  <a:srgbClr val="F76ABC"/>
                </a:solidFill>
                <a:latin typeface="Arial"/>
                <a:cs typeface="Arial"/>
              </a:rPr>
              <a:t>SELECT</a:t>
            </a:r>
            <a:r>
              <a:rPr sz="3200" b="1" spc="-8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spc="-70" dirty="0">
                <a:latin typeface="Arial"/>
                <a:cs typeface="Arial"/>
              </a:rPr>
              <a:t>column(s) </a:t>
            </a:r>
            <a:r>
              <a:rPr sz="3200" b="1" spc="-70" dirty="0">
                <a:solidFill>
                  <a:srgbClr val="F76ABC"/>
                </a:solidFill>
                <a:latin typeface="Arial"/>
                <a:cs typeface="Arial"/>
              </a:rPr>
              <a:t>FROM</a:t>
            </a:r>
            <a:r>
              <a:rPr sz="3200" b="1" spc="-14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table</a:t>
            </a:r>
            <a:r>
              <a:rPr sz="3200" b="1" i="1" spc="-114" dirty="0">
                <a:latin typeface="Arial"/>
                <a:cs typeface="Arial"/>
              </a:rPr>
              <a:t> </a:t>
            </a:r>
            <a:r>
              <a:rPr sz="3200" b="1" i="1" spc="-140" dirty="0">
                <a:latin typeface="Arial"/>
                <a:cs typeface="Arial"/>
              </a:rPr>
              <a:t>as</a:t>
            </a:r>
            <a:r>
              <a:rPr sz="3200" b="1" i="1" spc="-80" dirty="0"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a </a:t>
            </a:r>
            <a:r>
              <a:rPr sz="3200" b="1" spc="-10" dirty="0">
                <a:solidFill>
                  <a:srgbClr val="F76ABC"/>
                </a:solidFill>
                <a:latin typeface="Arial"/>
                <a:cs typeface="Arial"/>
              </a:rPr>
              <a:t>JOIN</a:t>
            </a:r>
            <a:r>
              <a:rPr sz="3200" b="1" spc="-21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i="1" dirty="0">
                <a:latin typeface="Arial"/>
                <a:cs typeface="Arial"/>
              </a:rPr>
              <a:t>table</a:t>
            </a:r>
            <a:r>
              <a:rPr sz="3200" b="1" i="1" spc="-100" dirty="0">
                <a:latin typeface="Arial"/>
                <a:cs typeface="Arial"/>
              </a:rPr>
              <a:t> </a:t>
            </a:r>
            <a:r>
              <a:rPr sz="3200" b="1" i="1" spc="-140" dirty="0">
                <a:latin typeface="Arial"/>
                <a:cs typeface="Arial"/>
              </a:rPr>
              <a:t>as</a:t>
            </a:r>
            <a:r>
              <a:rPr sz="3200" b="1" i="1" spc="-85" dirty="0">
                <a:latin typeface="Arial"/>
                <a:cs typeface="Arial"/>
              </a:rPr>
              <a:t> </a:t>
            </a:r>
            <a:r>
              <a:rPr sz="3200" b="1" i="1" spc="-50" dirty="0">
                <a:latin typeface="Arial"/>
                <a:cs typeface="Arial"/>
              </a:rPr>
              <a:t>b</a:t>
            </a:r>
            <a:endParaRPr sz="3200">
              <a:latin typeface="Arial"/>
              <a:cs typeface="Arial"/>
            </a:endParaRPr>
          </a:p>
          <a:p>
            <a:pPr marL="212725">
              <a:lnSpc>
                <a:spcPct val="100000"/>
              </a:lnSpc>
              <a:spcBef>
                <a:spcPts val="585"/>
              </a:spcBef>
            </a:pPr>
            <a:r>
              <a:rPr sz="3200" b="1" dirty="0">
                <a:solidFill>
                  <a:srgbClr val="F76ABC"/>
                </a:solidFill>
                <a:latin typeface="Arial"/>
                <a:cs typeface="Arial"/>
              </a:rPr>
              <a:t>ON</a:t>
            </a:r>
            <a:r>
              <a:rPr sz="3200" b="1" spc="-80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dirty="0">
                <a:latin typeface="Arial"/>
                <a:cs typeface="Arial"/>
              </a:rPr>
              <a:t>a.col_name</a:t>
            </a:r>
            <a:r>
              <a:rPr sz="3200" i="1" spc="-80" dirty="0">
                <a:latin typeface="Arial"/>
                <a:cs typeface="Arial"/>
              </a:rPr>
              <a:t> </a:t>
            </a:r>
            <a:r>
              <a:rPr sz="3200" i="1" spc="90" dirty="0">
                <a:latin typeface="Arial"/>
                <a:cs typeface="Arial"/>
              </a:rPr>
              <a:t>=</a:t>
            </a:r>
            <a:r>
              <a:rPr sz="3200" i="1" spc="-75" dirty="0">
                <a:latin typeface="Arial"/>
                <a:cs typeface="Arial"/>
              </a:rPr>
              <a:t> </a:t>
            </a:r>
            <a:r>
              <a:rPr sz="3200" i="1" spc="-10" dirty="0">
                <a:latin typeface="Arial"/>
                <a:cs typeface="Arial"/>
              </a:rPr>
              <a:t>b.col_name</a:t>
            </a:r>
            <a:r>
              <a:rPr sz="3200" b="1" i="1" spc="-10" dirty="0">
                <a:latin typeface="Arial"/>
                <a:cs typeface="Arial"/>
              </a:rPr>
              <a:t>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42808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60" dirty="0"/>
              <a:t>Self</a:t>
            </a:r>
            <a:r>
              <a:rPr spc="-150" dirty="0"/>
              <a:t> </a:t>
            </a:r>
            <a:r>
              <a:rPr spc="-20" dirty="0"/>
              <a:t>Join 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18" y="3158844"/>
            <a:ext cx="6211059" cy="329189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808467" y="1452879"/>
            <a:ext cx="7804295" cy="2295524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092953" y="1887604"/>
            <a:ext cx="1711325" cy="1238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10" dirty="0">
                <a:solidFill>
                  <a:srgbClr val="04172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  <a:p>
            <a:pPr marL="171450">
              <a:lnSpc>
                <a:spcPct val="100000"/>
              </a:lnSpc>
              <a:spcBef>
                <a:spcPts val="2830"/>
              </a:spcBef>
            </a:pPr>
            <a:r>
              <a:rPr sz="2800" i="1" spc="-50" dirty="0">
                <a:solidFill>
                  <a:srgbClr val="04172F"/>
                </a:solidFill>
                <a:latin typeface="Arial"/>
                <a:cs typeface="Arial"/>
              </a:rPr>
              <a:t>Employee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52074" y="7097811"/>
            <a:ext cx="102235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i="1" spc="-120" dirty="0">
                <a:solidFill>
                  <a:srgbClr val="04172F"/>
                </a:solidFill>
                <a:latin typeface="Arial"/>
                <a:cs typeface="Arial"/>
              </a:rPr>
              <a:t>Result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16000" y="731763"/>
            <a:ext cx="11237595" cy="2133600"/>
          </a:xfrm>
          <a:prstGeom prst="rect">
            <a:avLst/>
          </a:prstGeom>
        </p:spPr>
        <p:txBody>
          <a:bodyPr vert="horz" wrap="square" lIns="0" tIns="339725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2675"/>
              </a:spcBef>
            </a:pPr>
            <a:r>
              <a:rPr spc="-10" dirty="0"/>
              <a:t>Union</a:t>
            </a:r>
          </a:p>
          <a:p>
            <a:pPr marL="12700" marR="5080">
              <a:lnSpc>
                <a:spcPct val="116100"/>
              </a:lnSpc>
              <a:spcBef>
                <a:spcPts val="1180"/>
              </a:spcBef>
            </a:pPr>
            <a:r>
              <a:rPr sz="2800" u="none" spc="75" dirty="0">
                <a:solidFill>
                  <a:srgbClr val="000000"/>
                </a:solidFill>
              </a:rPr>
              <a:t>It</a:t>
            </a:r>
            <a:r>
              <a:rPr sz="2800" u="none" spc="-100" dirty="0">
                <a:solidFill>
                  <a:srgbClr val="000000"/>
                </a:solidFill>
              </a:rPr>
              <a:t> </a:t>
            </a:r>
            <a:r>
              <a:rPr sz="2800" u="none" spc="-200" dirty="0">
                <a:solidFill>
                  <a:srgbClr val="000000"/>
                </a:solidFill>
              </a:rPr>
              <a:t>is</a:t>
            </a:r>
            <a:r>
              <a:rPr sz="2800" u="none" spc="-95" dirty="0">
                <a:solidFill>
                  <a:srgbClr val="000000"/>
                </a:solidFill>
              </a:rPr>
              <a:t> </a:t>
            </a:r>
            <a:r>
              <a:rPr sz="2800" u="none" spc="-180" dirty="0">
                <a:solidFill>
                  <a:srgbClr val="000000"/>
                </a:solidFill>
              </a:rPr>
              <a:t>used</a:t>
            </a:r>
            <a:r>
              <a:rPr sz="2800" u="none" spc="-95" dirty="0">
                <a:solidFill>
                  <a:srgbClr val="000000"/>
                </a:solidFill>
              </a:rPr>
              <a:t> </a:t>
            </a:r>
            <a:r>
              <a:rPr sz="2800" u="none" spc="-10" dirty="0">
                <a:solidFill>
                  <a:srgbClr val="000000"/>
                </a:solidFill>
              </a:rPr>
              <a:t>to</a:t>
            </a:r>
            <a:r>
              <a:rPr sz="2800" u="none" spc="-100" dirty="0">
                <a:solidFill>
                  <a:srgbClr val="000000"/>
                </a:solidFill>
              </a:rPr>
              <a:t> </a:t>
            </a:r>
            <a:r>
              <a:rPr sz="2800" u="none" spc="-140" dirty="0">
                <a:solidFill>
                  <a:srgbClr val="000000"/>
                </a:solidFill>
              </a:rPr>
              <a:t>combine</a:t>
            </a:r>
            <a:r>
              <a:rPr sz="2800" u="none" spc="-95" dirty="0">
                <a:solidFill>
                  <a:srgbClr val="000000"/>
                </a:solidFill>
              </a:rPr>
              <a:t> </a:t>
            </a:r>
            <a:r>
              <a:rPr sz="2800" u="none" spc="-40" dirty="0">
                <a:solidFill>
                  <a:srgbClr val="000000"/>
                </a:solidFill>
              </a:rPr>
              <a:t>the</a:t>
            </a:r>
            <a:r>
              <a:rPr sz="2800" u="none" spc="-95" dirty="0">
                <a:solidFill>
                  <a:srgbClr val="000000"/>
                </a:solidFill>
              </a:rPr>
              <a:t> </a:t>
            </a:r>
            <a:r>
              <a:rPr sz="2800" u="none" spc="-40" dirty="0">
                <a:solidFill>
                  <a:srgbClr val="000000"/>
                </a:solidFill>
              </a:rPr>
              <a:t>result-</a:t>
            </a:r>
            <a:r>
              <a:rPr sz="2800" u="none" spc="-130" dirty="0">
                <a:solidFill>
                  <a:srgbClr val="000000"/>
                </a:solidFill>
              </a:rPr>
              <a:t>set</a:t>
            </a:r>
            <a:r>
              <a:rPr sz="2800" u="none" spc="-100" dirty="0">
                <a:solidFill>
                  <a:srgbClr val="000000"/>
                </a:solidFill>
              </a:rPr>
              <a:t> </a:t>
            </a:r>
            <a:r>
              <a:rPr sz="2800" u="none" spc="-95" dirty="0">
                <a:solidFill>
                  <a:srgbClr val="000000"/>
                </a:solidFill>
              </a:rPr>
              <a:t>of </a:t>
            </a:r>
            <a:r>
              <a:rPr sz="2800" u="none" spc="-100" dirty="0">
                <a:solidFill>
                  <a:srgbClr val="000000"/>
                </a:solidFill>
              </a:rPr>
              <a:t>two</a:t>
            </a:r>
            <a:r>
              <a:rPr sz="2800" u="none" spc="-95" dirty="0">
                <a:solidFill>
                  <a:srgbClr val="000000"/>
                </a:solidFill>
              </a:rPr>
              <a:t> </a:t>
            </a:r>
            <a:r>
              <a:rPr sz="2800" u="none" spc="-80" dirty="0">
                <a:solidFill>
                  <a:srgbClr val="000000"/>
                </a:solidFill>
              </a:rPr>
              <a:t>or</a:t>
            </a:r>
            <a:r>
              <a:rPr sz="2800" u="none" spc="-100" dirty="0">
                <a:solidFill>
                  <a:srgbClr val="000000"/>
                </a:solidFill>
              </a:rPr>
              <a:t> </a:t>
            </a:r>
            <a:r>
              <a:rPr sz="2800" u="none" spc="-105" dirty="0">
                <a:solidFill>
                  <a:srgbClr val="000000"/>
                </a:solidFill>
              </a:rPr>
              <a:t>more</a:t>
            </a:r>
            <a:r>
              <a:rPr sz="2800" u="none" spc="-95" dirty="0">
                <a:solidFill>
                  <a:srgbClr val="000000"/>
                </a:solidFill>
              </a:rPr>
              <a:t> </a:t>
            </a:r>
            <a:r>
              <a:rPr sz="2800" u="none" spc="-195" dirty="0">
                <a:solidFill>
                  <a:srgbClr val="000000"/>
                </a:solidFill>
              </a:rPr>
              <a:t>SELECT</a:t>
            </a:r>
            <a:r>
              <a:rPr sz="2800" u="none" spc="-95" dirty="0">
                <a:solidFill>
                  <a:srgbClr val="000000"/>
                </a:solidFill>
              </a:rPr>
              <a:t> </a:t>
            </a:r>
            <a:r>
              <a:rPr sz="2800" u="none" spc="-35" dirty="0">
                <a:solidFill>
                  <a:srgbClr val="000000"/>
                </a:solidFill>
              </a:rPr>
              <a:t>statements. </a:t>
            </a:r>
            <a:r>
              <a:rPr sz="2800" u="none" spc="-165" dirty="0">
                <a:solidFill>
                  <a:srgbClr val="000000"/>
                </a:solidFill>
              </a:rPr>
              <a:t>Gives</a:t>
            </a:r>
            <a:r>
              <a:rPr sz="2800" u="none" spc="-85" dirty="0">
                <a:solidFill>
                  <a:srgbClr val="000000"/>
                </a:solidFill>
              </a:rPr>
              <a:t> UNIQUE </a:t>
            </a:r>
            <a:r>
              <a:rPr sz="2800" u="none" spc="-10" dirty="0">
                <a:solidFill>
                  <a:srgbClr val="000000"/>
                </a:solidFill>
              </a:rPr>
              <a:t>records.</a:t>
            </a:r>
            <a:endParaRPr sz="2800"/>
          </a:p>
        </p:txBody>
      </p:sp>
      <p:sp>
        <p:nvSpPr>
          <p:cNvPr id="3" name="object 3"/>
          <p:cNvSpPr txBox="1"/>
          <p:nvPr/>
        </p:nvSpPr>
        <p:spPr>
          <a:xfrm>
            <a:off x="1027106" y="6613783"/>
            <a:ext cx="5859780" cy="2418715"/>
          </a:xfrm>
          <a:prstGeom prst="rect">
            <a:avLst/>
          </a:prstGeom>
        </p:spPr>
        <p:txBody>
          <a:bodyPr vert="horz" wrap="square" lIns="0" tIns="178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5"/>
              </a:spcBef>
            </a:pPr>
            <a:r>
              <a:rPr sz="2800" b="1" i="1" spc="-10" dirty="0">
                <a:solidFill>
                  <a:srgbClr val="04172F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90"/>
              </a:spcBef>
            </a:pPr>
            <a:r>
              <a:rPr sz="3200" b="1" spc="-220" dirty="0">
                <a:solidFill>
                  <a:srgbClr val="F76ABC"/>
                </a:solidFill>
                <a:latin typeface="Arial"/>
                <a:cs typeface="Arial"/>
              </a:rPr>
              <a:t>SELECT</a:t>
            </a:r>
            <a:r>
              <a:rPr sz="3200" b="1" spc="-12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spc="-75" dirty="0">
                <a:latin typeface="Arial"/>
                <a:cs typeface="Arial"/>
              </a:rPr>
              <a:t>column(s)</a:t>
            </a:r>
            <a:r>
              <a:rPr sz="3200" i="1" spc="-105" dirty="0">
                <a:latin typeface="Arial"/>
                <a:cs typeface="Arial"/>
              </a:rPr>
              <a:t> </a:t>
            </a:r>
            <a:r>
              <a:rPr sz="3200" b="1" spc="-70" dirty="0">
                <a:solidFill>
                  <a:srgbClr val="F76ABC"/>
                </a:solidFill>
                <a:latin typeface="Arial"/>
                <a:cs typeface="Arial"/>
              </a:rPr>
              <a:t>FROM </a:t>
            </a:r>
            <a:r>
              <a:rPr sz="3200" b="1" i="1" spc="-10" dirty="0">
                <a:latin typeface="Arial"/>
                <a:cs typeface="Arial"/>
              </a:rPr>
              <a:t>tableA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spc="-10" dirty="0">
                <a:solidFill>
                  <a:srgbClr val="F76ABC"/>
                </a:solidFill>
                <a:latin typeface="Arial"/>
                <a:cs typeface="Arial"/>
              </a:rPr>
              <a:t>UNION</a:t>
            </a:r>
            <a:endParaRPr sz="32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3200" b="1" spc="-220" dirty="0">
                <a:solidFill>
                  <a:srgbClr val="F76ABC"/>
                </a:solidFill>
                <a:latin typeface="Arial"/>
                <a:cs typeface="Arial"/>
              </a:rPr>
              <a:t>SELECT</a:t>
            </a:r>
            <a:r>
              <a:rPr sz="3200" b="1" spc="-9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i="1" spc="-85" dirty="0">
                <a:latin typeface="Arial"/>
                <a:cs typeface="Arial"/>
              </a:rPr>
              <a:t>column(s)</a:t>
            </a:r>
            <a:r>
              <a:rPr sz="3200" i="1" spc="-90" dirty="0">
                <a:latin typeface="Arial"/>
                <a:cs typeface="Arial"/>
              </a:rPr>
              <a:t> </a:t>
            </a:r>
            <a:r>
              <a:rPr sz="3200" b="1" spc="-100" dirty="0">
                <a:solidFill>
                  <a:srgbClr val="F76ABC"/>
                </a:solidFill>
                <a:latin typeface="Arial"/>
                <a:cs typeface="Arial"/>
              </a:rPr>
              <a:t>FROM</a:t>
            </a:r>
            <a:r>
              <a:rPr sz="3200" b="1" spc="-95" dirty="0">
                <a:solidFill>
                  <a:srgbClr val="F76ABC"/>
                </a:solidFill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tableB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656" y="4220321"/>
            <a:ext cx="104775" cy="1047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656" y="4715621"/>
            <a:ext cx="104775" cy="10477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63656" y="5210922"/>
            <a:ext cx="104775" cy="10477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7106" y="3450060"/>
            <a:ext cx="8515985" cy="200660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2800" b="1" spc="-145" dirty="0">
                <a:latin typeface="Arial"/>
                <a:cs typeface="Arial"/>
              </a:rPr>
              <a:t>To</a:t>
            </a:r>
            <a:r>
              <a:rPr sz="2800" b="1" spc="-95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use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dirty="0">
                <a:latin typeface="Arial"/>
                <a:cs typeface="Arial"/>
              </a:rPr>
              <a:t>it</a:t>
            </a:r>
            <a:r>
              <a:rPr sz="2800" b="1" spc="-90" dirty="0">
                <a:latin typeface="Arial"/>
                <a:cs typeface="Arial"/>
              </a:rPr>
              <a:t> </a:t>
            </a:r>
            <a:r>
              <a:rPr sz="2800" b="1" spc="-50" dirty="0">
                <a:latin typeface="Arial"/>
                <a:cs typeface="Arial"/>
              </a:rPr>
              <a:t>:</a:t>
            </a:r>
            <a:endParaRPr sz="2800">
              <a:latin typeface="Arial"/>
              <a:cs typeface="Arial"/>
            </a:endParaRPr>
          </a:p>
          <a:p>
            <a:pPr marL="616585" marR="363855">
              <a:lnSpc>
                <a:spcPct val="116100"/>
              </a:lnSpc>
            </a:pPr>
            <a:r>
              <a:rPr sz="2800" b="1" spc="-125" dirty="0">
                <a:latin typeface="Arial"/>
                <a:cs typeface="Arial"/>
              </a:rPr>
              <a:t>every</a:t>
            </a:r>
            <a:r>
              <a:rPr sz="2800" b="1" spc="-85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SELECT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55" dirty="0">
                <a:latin typeface="Arial"/>
                <a:cs typeface="Arial"/>
              </a:rPr>
              <a:t>should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50" dirty="0">
                <a:latin typeface="Arial"/>
                <a:cs typeface="Arial"/>
              </a:rPr>
              <a:t>have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85" dirty="0">
                <a:latin typeface="Arial"/>
                <a:cs typeface="Arial"/>
              </a:rPr>
              <a:t>same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65" dirty="0">
                <a:latin typeface="Arial"/>
                <a:cs typeface="Arial"/>
              </a:rPr>
              <a:t>no.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95" dirty="0">
                <a:latin typeface="Arial"/>
                <a:cs typeface="Arial"/>
              </a:rPr>
              <a:t>of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05" dirty="0">
                <a:latin typeface="Arial"/>
                <a:cs typeface="Arial"/>
              </a:rPr>
              <a:t>columns </a:t>
            </a:r>
            <a:r>
              <a:rPr sz="2800" b="1" spc="-165" dirty="0">
                <a:latin typeface="Arial"/>
                <a:cs typeface="Arial"/>
              </a:rPr>
              <a:t>columns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35" dirty="0">
                <a:latin typeface="Arial"/>
                <a:cs typeface="Arial"/>
              </a:rPr>
              <a:t>must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50" dirty="0">
                <a:latin typeface="Arial"/>
                <a:cs typeface="Arial"/>
              </a:rPr>
              <a:t>have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05" dirty="0">
                <a:latin typeface="Arial"/>
                <a:cs typeface="Arial"/>
              </a:rPr>
              <a:t>similar</a:t>
            </a:r>
            <a:r>
              <a:rPr sz="2800" b="1" spc="-70" dirty="0">
                <a:latin typeface="Arial"/>
                <a:cs typeface="Arial"/>
              </a:rPr>
              <a:t> </a:t>
            </a:r>
            <a:r>
              <a:rPr sz="2800" b="1" spc="-75" dirty="0">
                <a:latin typeface="Arial"/>
                <a:cs typeface="Arial"/>
              </a:rPr>
              <a:t>data </a:t>
            </a:r>
            <a:r>
              <a:rPr sz="2800" b="1" spc="-10" dirty="0">
                <a:latin typeface="Arial"/>
                <a:cs typeface="Arial"/>
              </a:rPr>
              <a:t>types</a:t>
            </a:r>
            <a:endParaRPr sz="2800">
              <a:latin typeface="Arial"/>
              <a:cs typeface="Arial"/>
            </a:endParaRPr>
          </a:p>
          <a:p>
            <a:pPr marL="616585">
              <a:lnSpc>
                <a:spcPct val="100000"/>
              </a:lnSpc>
              <a:spcBef>
                <a:spcPts val="540"/>
              </a:spcBef>
            </a:pPr>
            <a:r>
              <a:rPr sz="2800" b="1" spc="-165" dirty="0">
                <a:latin typeface="Arial"/>
                <a:cs typeface="Arial"/>
              </a:rPr>
              <a:t>columns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00" dirty="0">
                <a:latin typeface="Arial"/>
                <a:cs typeface="Arial"/>
              </a:rPr>
              <a:t>in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25" dirty="0">
                <a:latin typeface="Arial"/>
                <a:cs typeface="Arial"/>
              </a:rPr>
              <a:t>every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95" dirty="0">
                <a:latin typeface="Arial"/>
                <a:cs typeface="Arial"/>
              </a:rPr>
              <a:t>SELECT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55" dirty="0">
                <a:latin typeface="Arial"/>
                <a:cs typeface="Arial"/>
              </a:rPr>
              <a:t>should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20" dirty="0">
                <a:latin typeface="Arial"/>
                <a:cs typeface="Arial"/>
              </a:rPr>
              <a:t>be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00" dirty="0">
                <a:latin typeface="Arial"/>
                <a:cs typeface="Arial"/>
              </a:rPr>
              <a:t>in</a:t>
            </a:r>
            <a:r>
              <a:rPr sz="2800" b="1" spc="-75" dirty="0">
                <a:latin typeface="Arial"/>
                <a:cs typeface="Arial"/>
              </a:rPr>
              <a:t> </a:t>
            </a:r>
            <a:r>
              <a:rPr sz="2800" b="1" spc="-185" dirty="0">
                <a:latin typeface="Arial"/>
                <a:cs typeface="Arial"/>
              </a:rPr>
              <a:t>same</a:t>
            </a:r>
            <a:r>
              <a:rPr sz="2800" b="1" spc="-80" dirty="0">
                <a:latin typeface="Arial"/>
                <a:cs typeface="Arial"/>
              </a:rPr>
              <a:t> </a:t>
            </a:r>
            <a:r>
              <a:rPr sz="2800" b="1" spc="-10" dirty="0">
                <a:latin typeface="Arial"/>
                <a:cs typeface="Arial"/>
              </a:rPr>
              <a:t>order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402780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SQL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27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Sub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3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Queries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49734" y="2863588"/>
            <a:ext cx="6505575" cy="3258428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016000" y="1945068"/>
            <a:ext cx="1293114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-21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0" dirty="0">
                <a:solidFill>
                  <a:srgbClr val="FFFFFF"/>
                </a:solidFill>
                <a:latin typeface="Arial"/>
                <a:cs typeface="Arial"/>
              </a:rPr>
              <a:t>Subquery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Inner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query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or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Nested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query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0" dirty="0">
                <a:solidFill>
                  <a:srgbClr val="FFFFFF"/>
                </a:solidFill>
                <a:latin typeface="Arial"/>
                <a:cs typeface="Arial"/>
              </a:rPr>
              <a:t>is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a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query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within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another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20" dirty="0">
                <a:solidFill>
                  <a:srgbClr val="FFFFFF"/>
                </a:solidFill>
                <a:latin typeface="Arial"/>
                <a:cs typeface="Arial"/>
              </a:rPr>
              <a:t>SQL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query.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554578" y="3039248"/>
            <a:ext cx="900430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65" dirty="0">
                <a:latin typeface="Arial"/>
                <a:cs typeface="Arial"/>
              </a:rPr>
              <a:t>Query</a:t>
            </a:r>
            <a:endParaRPr sz="25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47437" y="4250176"/>
            <a:ext cx="1514475" cy="405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b="1" spc="-175" dirty="0">
                <a:latin typeface="Arial"/>
                <a:cs typeface="Arial"/>
              </a:rPr>
              <a:t>Sub</a:t>
            </a:r>
            <a:r>
              <a:rPr sz="2500" b="1" spc="-85" dirty="0">
                <a:latin typeface="Arial"/>
                <a:cs typeface="Arial"/>
              </a:rPr>
              <a:t> </a:t>
            </a:r>
            <a:r>
              <a:rPr sz="2500" b="1" spc="-60" dirty="0">
                <a:latin typeface="Arial"/>
                <a:cs typeface="Arial"/>
              </a:rPr>
              <a:t>Query</a:t>
            </a:r>
            <a:endParaRPr sz="25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16000" y="2798336"/>
            <a:ext cx="4903470" cy="452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800" b="1" spc="75" dirty="0">
                <a:solidFill>
                  <a:srgbClr val="FFFFFF"/>
                </a:solidFill>
                <a:latin typeface="Arial"/>
                <a:cs typeface="Arial"/>
              </a:rPr>
              <a:t>It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FFFFFF"/>
                </a:solidFill>
                <a:latin typeface="Arial"/>
                <a:cs typeface="Arial"/>
              </a:rPr>
              <a:t>involves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0" dirty="0">
                <a:solidFill>
                  <a:srgbClr val="FFFFFF"/>
                </a:solidFill>
                <a:latin typeface="Arial"/>
                <a:cs typeface="Arial"/>
              </a:rPr>
              <a:t>select</a:t>
            </a:r>
            <a:r>
              <a:rPr sz="2800" b="1" spc="-7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statements.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16000" y="3982959"/>
            <a:ext cx="5008880" cy="3088005"/>
          </a:xfrm>
          <a:prstGeom prst="rect">
            <a:avLst/>
          </a:prstGeom>
        </p:spPr>
        <p:txBody>
          <a:bodyPr vert="horz" wrap="square" lIns="0" tIns="2279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sz="2800" b="1" i="1" spc="-10" dirty="0">
                <a:solidFill>
                  <a:srgbClr val="FFFFFF"/>
                </a:solidFill>
                <a:latin typeface="Arial"/>
                <a:cs typeface="Arial"/>
              </a:rPr>
              <a:t>Syntax</a:t>
            </a: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1939"/>
              </a:spcBef>
            </a:pPr>
            <a:r>
              <a:rPr sz="3200" b="1" spc="-220" dirty="0">
                <a:solidFill>
                  <a:srgbClr val="A69EF1"/>
                </a:solidFill>
                <a:latin typeface="Arial"/>
                <a:cs typeface="Arial"/>
              </a:rPr>
              <a:t>SELECT</a:t>
            </a:r>
            <a:r>
              <a:rPr sz="3200" b="1" spc="-8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column(s)</a:t>
            </a:r>
            <a:endParaRPr sz="32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585"/>
              </a:spcBef>
            </a:pPr>
            <a:r>
              <a:rPr sz="3200" b="1" spc="-100" dirty="0">
                <a:solidFill>
                  <a:srgbClr val="A69EF1"/>
                </a:solidFill>
                <a:latin typeface="Arial"/>
                <a:cs typeface="Arial"/>
              </a:rPr>
              <a:t>FROM</a:t>
            </a:r>
            <a:r>
              <a:rPr sz="3200" b="1" spc="-120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table_name</a:t>
            </a:r>
            <a:endParaRPr sz="3200">
              <a:latin typeface="Arial"/>
              <a:cs typeface="Arial"/>
            </a:endParaRPr>
          </a:p>
          <a:p>
            <a:pPr marL="23495" marR="5080">
              <a:lnSpc>
                <a:spcPct val="115199"/>
              </a:lnSpc>
              <a:spcBef>
                <a:spcPts val="5"/>
              </a:spcBef>
            </a:pPr>
            <a:r>
              <a:rPr sz="3200" b="1" spc="-120" dirty="0">
                <a:solidFill>
                  <a:srgbClr val="A69EF1"/>
                </a:solidFill>
                <a:latin typeface="Arial"/>
                <a:cs typeface="Arial"/>
              </a:rPr>
              <a:t>WHERE</a:t>
            </a:r>
            <a:r>
              <a:rPr sz="3200" b="1" spc="-105" dirty="0">
                <a:solidFill>
                  <a:srgbClr val="A69EF1"/>
                </a:solidFill>
                <a:latin typeface="Arial"/>
                <a:cs typeface="Arial"/>
              </a:rPr>
              <a:t>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col_name</a:t>
            </a:r>
            <a:r>
              <a:rPr sz="3200" i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10" dirty="0">
                <a:solidFill>
                  <a:srgbClr val="FFFFFF"/>
                </a:solidFill>
                <a:latin typeface="Arial"/>
                <a:cs typeface="Arial"/>
              </a:rPr>
              <a:t>operator </a:t>
            </a:r>
            <a:r>
              <a:rPr sz="3200" i="1" dirty="0">
                <a:solidFill>
                  <a:srgbClr val="FFFFFF"/>
                </a:solidFill>
                <a:latin typeface="Arial"/>
                <a:cs typeface="Arial"/>
              </a:rPr>
              <a:t>(</a:t>
            </a:r>
            <a:r>
              <a:rPr sz="3200" i="1" spc="-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35" dirty="0">
                <a:solidFill>
                  <a:srgbClr val="FFFFFF"/>
                </a:solidFill>
                <a:latin typeface="Arial"/>
                <a:cs typeface="Arial"/>
              </a:rPr>
              <a:t>subquery</a:t>
            </a:r>
            <a:r>
              <a:rPr sz="3200" i="1" spc="-1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3200" i="1" spc="-25" dirty="0">
                <a:solidFill>
                  <a:srgbClr val="FFFFFF"/>
                </a:solidFill>
                <a:latin typeface="Arial"/>
                <a:cs typeface="Arial"/>
              </a:rPr>
              <a:t>);</a:t>
            </a:r>
            <a:endParaRPr sz="3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0"/>
            <a:ext cx="402780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SQL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27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Sub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3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707009"/>
            <a:ext cx="9940290" cy="2910205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2800" b="1" i="1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Get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names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of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students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who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5" dirty="0">
                <a:solidFill>
                  <a:srgbClr val="FFFFFF"/>
                </a:solidFill>
                <a:latin typeface="Arial"/>
                <a:cs typeface="Arial"/>
              </a:rPr>
              <a:t>scored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more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FFFFFF"/>
                </a:solidFill>
                <a:latin typeface="Arial"/>
                <a:cs typeface="Arial"/>
              </a:rPr>
              <a:t>than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4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average.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15" dirty="0">
                <a:solidFill>
                  <a:srgbClr val="FFFFFF"/>
                </a:solidFill>
                <a:latin typeface="Arial"/>
                <a:cs typeface="Arial"/>
              </a:rPr>
              <a:t>avg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class</a:t>
            </a: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540"/>
              </a:spcBef>
            </a:pP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Find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names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of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students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marks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&gt;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avg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421993" y="841155"/>
            <a:ext cx="5484495" cy="4593590"/>
            <a:chOff x="11421993" y="841155"/>
            <a:chExt cx="5484495" cy="4593590"/>
          </a:xfrm>
        </p:grpSpPr>
        <p:sp>
          <p:nvSpPr>
            <p:cNvPr id="5" name="object 5"/>
            <p:cNvSpPr/>
            <p:nvPr/>
          </p:nvSpPr>
          <p:spPr>
            <a:xfrm>
              <a:off x="11421993" y="841155"/>
              <a:ext cx="5484495" cy="4593590"/>
            </a:xfrm>
            <a:custGeom>
              <a:avLst/>
              <a:gdLst/>
              <a:ahLst/>
              <a:cxnLst/>
              <a:rect l="l" t="t" r="r" b="b"/>
              <a:pathLst>
                <a:path w="5484494" h="4593590">
                  <a:moveTo>
                    <a:pt x="4998334" y="4593165"/>
                  </a:moveTo>
                  <a:lnTo>
                    <a:pt x="485774" y="4593165"/>
                  </a:lnTo>
                  <a:lnTo>
                    <a:pt x="437762" y="4590788"/>
                  </a:lnTo>
                  <a:lnTo>
                    <a:pt x="390562" y="4583745"/>
                  </a:lnTo>
                  <a:lnTo>
                    <a:pt x="344494" y="4572167"/>
                  </a:lnTo>
                  <a:lnTo>
                    <a:pt x="299877" y="4556188"/>
                  </a:lnTo>
                  <a:lnTo>
                    <a:pt x="257028" y="4535938"/>
                  </a:lnTo>
                  <a:lnTo>
                    <a:pt x="216266" y="4511549"/>
                  </a:lnTo>
                  <a:lnTo>
                    <a:pt x="177911" y="4483154"/>
                  </a:lnTo>
                  <a:lnTo>
                    <a:pt x="142280" y="4450885"/>
                  </a:lnTo>
                  <a:lnTo>
                    <a:pt x="110011" y="4415254"/>
                  </a:lnTo>
                  <a:lnTo>
                    <a:pt x="81616" y="4376898"/>
                  </a:lnTo>
                  <a:lnTo>
                    <a:pt x="57227" y="4336137"/>
                  </a:lnTo>
                  <a:lnTo>
                    <a:pt x="36977" y="4293288"/>
                  </a:lnTo>
                  <a:lnTo>
                    <a:pt x="20997" y="4248671"/>
                  </a:lnTo>
                  <a:lnTo>
                    <a:pt x="9420" y="4202603"/>
                  </a:lnTo>
                  <a:lnTo>
                    <a:pt x="2377" y="4155403"/>
                  </a:lnTo>
                  <a:lnTo>
                    <a:pt x="0" y="4107390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1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998334" y="0"/>
                  </a:lnTo>
                  <a:lnTo>
                    <a:pt x="5046347" y="2377"/>
                  </a:lnTo>
                  <a:lnTo>
                    <a:pt x="5093546" y="9420"/>
                  </a:lnTo>
                  <a:lnTo>
                    <a:pt x="5139614" y="20997"/>
                  </a:lnTo>
                  <a:lnTo>
                    <a:pt x="5184231" y="36977"/>
                  </a:lnTo>
                  <a:lnTo>
                    <a:pt x="5227080" y="57227"/>
                  </a:lnTo>
                  <a:lnTo>
                    <a:pt x="5267841" y="81615"/>
                  </a:lnTo>
                  <a:lnTo>
                    <a:pt x="5306197" y="110010"/>
                  </a:lnTo>
                  <a:lnTo>
                    <a:pt x="5341828" y="142280"/>
                  </a:lnTo>
                  <a:lnTo>
                    <a:pt x="5374097" y="177911"/>
                  </a:lnTo>
                  <a:lnTo>
                    <a:pt x="5402493" y="216266"/>
                  </a:lnTo>
                  <a:lnTo>
                    <a:pt x="5426881" y="257028"/>
                  </a:lnTo>
                  <a:lnTo>
                    <a:pt x="5447131" y="299876"/>
                  </a:lnTo>
                  <a:lnTo>
                    <a:pt x="5463111" y="344494"/>
                  </a:lnTo>
                  <a:lnTo>
                    <a:pt x="5474689" y="390562"/>
                  </a:lnTo>
                  <a:lnTo>
                    <a:pt x="5481732" y="437762"/>
                  </a:lnTo>
                  <a:lnTo>
                    <a:pt x="5484109" y="485774"/>
                  </a:lnTo>
                  <a:lnTo>
                    <a:pt x="5484109" y="4107390"/>
                  </a:lnTo>
                  <a:lnTo>
                    <a:pt x="5481732" y="4155403"/>
                  </a:lnTo>
                  <a:lnTo>
                    <a:pt x="5474689" y="4202603"/>
                  </a:lnTo>
                  <a:lnTo>
                    <a:pt x="5463111" y="4248671"/>
                  </a:lnTo>
                  <a:lnTo>
                    <a:pt x="5447131" y="4293288"/>
                  </a:lnTo>
                  <a:lnTo>
                    <a:pt x="5426881" y="4336137"/>
                  </a:lnTo>
                  <a:lnTo>
                    <a:pt x="5402493" y="4376898"/>
                  </a:lnTo>
                  <a:lnTo>
                    <a:pt x="5374097" y="4415254"/>
                  </a:lnTo>
                  <a:lnTo>
                    <a:pt x="5341828" y="4450885"/>
                  </a:lnTo>
                  <a:lnTo>
                    <a:pt x="5306197" y="4483154"/>
                  </a:lnTo>
                  <a:lnTo>
                    <a:pt x="5267841" y="4511549"/>
                  </a:lnTo>
                  <a:lnTo>
                    <a:pt x="5227080" y="4535938"/>
                  </a:lnTo>
                  <a:lnTo>
                    <a:pt x="5184231" y="4556188"/>
                  </a:lnTo>
                  <a:lnTo>
                    <a:pt x="5139614" y="4572167"/>
                  </a:lnTo>
                  <a:lnTo>
                    <a:pt x="5093546" y="4583745"/>
                  </a:lnTo>
                  <a:lnTo>
                    <a:pt x="5046347" y="4590788"/>
                  </a:lnTo>
                  <a:lnTo>
                    <a:pt x="4998334" y="45931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03684" y="990403"/>
              <a:ext cx="4981574" cy="4295774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4294967295"/>
          </p:nvPr>
        </p:nvSpPr>
        <p:spPr>
          <a:xfrm>
            <a:off x="12592602" y="7264489"/>
            <a:ext cx="5281804" cy="1111579"/>
          </a:xfrm>
          <a:prstGeom prst="rect">
            <a:avLst/>
          </a:prstGeom>
        </p:spPr>
        <p:txBody>
          <a:bodyPr vert="horz" wrap="square" lIns="0" tIns="201034" rIns="0" bIns="0" rtlCol="0">
            <a:spAutoFit/>
          </a:bodyPr>
          <a:lstStyle/>
          <a:p>
            <a:pPr marL="344170" marR="5080" indent="725805">
              <a:lnSpc>
                <a:spcPts val="8880"/>
              </a:lnSpc>
              <a:spcBef>
                <a:spcPts val="1055"/>
              </a:spcBef>
            </a:pPr>
            <a:endParaRPr spc="-36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81"/>
            <a:ext cx="402780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SQL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27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Sub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3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Queries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016000" y="1707012"/>
            <a:ext cx="8595360" cy="2910205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2800" b="1" i="1" spc="-1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names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FFFFF"/>
                </a:solidFill>
                <a:latin typeface="Arial"/>
                <a:cs typeface="Arial"/>
              </a:rPr>
              <a:t>all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students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even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roll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numbers.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1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even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roll</a:t>
            </a:r>
            <a:r>
              <a:rPr sz="2800" b="1" spc="-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numbers</a:t>
            </a: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540"/>
              </a:spcBef>
            </a:pP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75" dirty="0">
                <a:solidFill>
                  <a:srgbClr val="FFFFFF"/>
                </a:solidFill>
                <a:latin typeface="Arial"/>
                <a:cs typeface="Arial"/>
              </a:rPr>
              <a:t>names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students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even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roll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no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421993" y="841155"/>
            <a:ext cx="5484495" cy="4593590"/>
            <a:chOff x="11421993" y="841155"/>
            <a:chExt cx="5484495" cy="4593590"/>
          </a:xfrm>
        </p:grpSpPr>
        <p:sp>
          <p:nvSpPr>
            <p:cNvPr id="5" name="object 5"/>
            <p:cNvSpPr/>
            <p:nvPr/>
          </p:nvSpPr>
          <p:spPr>
            <a:xfrm>
              <a:off x="11421993" y="841155"/>
              <a:ext cx="5484495" cy="4593590"/>
            </a:xfrm>
            <a:custGeom>
              <a:avLst/>
              <a:gdLst/>
              <a:ahLst/>
              <a:cxnLst/>
              <a:rect l="l" t="t" r="r" b="b"/>
              <a:pathLst>
                <a:path w="5484494" h="4593590">
                  <a:moveTo>
                    <a:pt x="4998334" y="4593165"/>
                  </a:moveTo>
                  <a:lnTo>
                    <a:pt x="485774" y="4593165"/>
                  </a:lnTo>
                  <a:lnTo>
                    <a:pt x="437762" y="4590788"/>
                  </a:lnTo>
                  <a:lnTo>
                    <a:pt x="390562" y="4583745"/>
                  </a:lnTo>
                  <a:lnTo>
                    <a:pt x="344494" y="4572167"/>
                  </a:lnTo>
                  <a:lnTo>
                    <a:pt x="299877" y="4556188"/>
                  </a:lnTo>
                  <a:lnTo>
                    <a:pt x="257028" y="4535938"/>
                  </a:lnTo>
                  <a:lnTo>
                    <a:pt x="216266" y="4511549"/>
                  </a:lnTo>
                  <a:lnTo>
                    <a:pt x="177911" y="4483154"/>
                  </a:lnTo>
                  <a:lnTo>
                    <a:pt x="142280" y="4450885"/>
                  </a:lnTo>
                  <a:lnTo>
                    <a:pt x="110011" y="4415254"/>
                  </a:lnTo>
                  <a:lnTo>
                    <a:pt x="81616" y="4376898"/>
                  </a:lnTo>
                  <a:lnTo>
                    <a:pt x="57227" y="4336137"/>
                  </a:lnTo>
                  <a:lnTo>
                    <a:pt x="36977" y="4293288"/>
                  </a:lnTo>
                  <a:lnTo>
                    <a:pt x="20997" y="4248671"/>
                  </a:lnTo>
                  <a:lnTo>
                    <a:pt x="9420" y="4202603"/>
                  </a:lnTo>
                  <a:lnTo>
                    <a:pt x="2377" y="4155403"/>
                  </a:lnTo>
                  <a:lnTo>
                    <a:pt x="0" y="4107390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1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4998334" y="0"/>
                  </a:lnTo>
                  <a:lnTo>
                    <a:pt x="5046347" y="2377"/>
                  </a:lnTo>
                  <a:lnTo>
                    <a:pt x="5093546" y="9420"/>
                  </a:lnTo>
                  <a:lnTo>
                    <a:pt x="5139614" y="20997"/>
                  </a:lnTo>
                  <a:lnTo>
                    <a:pt x="5184231" y="36977"/>
                  </a:lnTo>
                  <a:lnTo>
                    <a:pt x="5227080" y="57227"/>
                  </a:lnTo>
                  <a:lnTo>
                    <a:pt x="5267841" y="81615"/>
                  </a:lnTo>
                  <a:lnTo>
                    <a:pt x="5306197" y="110010"/>
                  </a:lnTo>
                  <a:lnTo>
                    <a:pt x="5341828" y="142280"/>
                  </a:lnTo>
                  <a:lnTo>
                    <a:pt x="5374097" y="177911"/>
                  </a:lnTo>
                  <a:lnTo>
                    <a:pt x="5402493" y="216266"/>
                  </a:lnTo>
                  <a:lnTo>
                    <a:pt x="5426881" y="257028"/>
                  </a:lnTo>
                  <a:lnTo>
                    <a:pt x="5447131" y="299876"/>
                  </a:lnTo>
                  <a:lnTo>
                    <a:pt x="5463111" y="344494"/>
                  </a:lnTo>
                  <a:lnTo>
                    <a:pt x="5474689" y="390562"/>
                  </a:lnTo>
                  <a:lnTo>
                    <a:pt x="5481732" y="437762"/>
                  </a:lnTo>
                  <a:lnTo>
                    <a:pt x="5484109" y="485774"/>
                  </a:lnTo>
                  <a:lnTo>
                    <a:pt x="5484109" y="4107390"/>
                  </a:lnTo>
                  <a:lnTo>
                    <a:pt x="5481732" y="4155403"/>
                  </a:lnTo>
                  <a:lnTo>
                    <a:pt x="5474689" y="4202603"/>
                  </a:lnTo>
                  <a:lnTo>
                    <a:pt x="5463111" y="4248671"/>
                  </a:lnTo>
                  <a:lnTo>
                    <a:pt x="5447131" y="4293288"/>
                  </a:lnTo>
                  <a:lnTo>
                    <a:pt x="5426881" y="4336137"/>
                  </a:lnTo>
                  <a:lnTo>
                    <a:pt x="5402493" y="4376898"/>
                  </a:lnTo>
                  <a:lnTo>
                    <a:pt x="5374097" y="4415254"/>
                  </a:lnTo>
                  <a:lnTo>
                    <a:pt x="5341828" y="4450885"/>
                  </a:lnTo>
                  <a:lnTo>
                    <a:pt x="5306197" y="4483154"/>
                  </a:lnTo>
                  <a:lnTo>
                    <a:pt x="5267841" y="4511549"/>
                  </a:lnTo>
                  <a:lnTo>
                    <a:pt x="5227080" y="4535938"/>
                  </a:lnTo>
                  <a:lnTo>
                    <a:pt x="5184231" y="4556188"/>
                  </a:lnTo>
                  <a:lnTo>
                    <a:pt x="5139614" y="4572167"/>
                  </a:lnTo>
                  <a:lnTo>
                    <a:pt x="5093546" y="4583745"/>
                  </a:lnTo>
                  <a:lnTo>
                    <a:pt x="5046347" y="4590788"/>
                  </a:lnTo>
                  <a:lnTo>
                    <a:pt x="4998334" y="45931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03684" y="990404"/>
              <a:ext cx="4981574" cy="42957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27106" y="1059179"/>
            <a:ext cx="4027804" cy="665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u="heavy" spc="-3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SQL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27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Sub</a:t>
            </a:r>
            <a:r>
              <a:rPr u="heavy" spc="-15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35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Queries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10309177" y="841156"/>
            <a:ext cx="7290434" cy="4593590"/>
            <a:chOff x="10309177" y="841156"/>
            <a:chExt cx="7290434" cy="4593590"/>
          </a:xfrm>
        </p:grpSpPr>
        <p:sp>
          <p:nvSpPr>
            <p:cNvPr id="4" name="object 4"/>
            <p:cNvSpPr/>
            <p:nvPr/>
          </p:nvSpPr>
          <p:spPr>
            <a:xfrm>
              <a:off x="10309177" y="841156"/>
              <a:ext cx="7290434" cy="4593590"/>
            </a:xfrm>
            <a:custGeom>
              <a:avLst/>
              <a:gdLst/>
              <a:ahLst/>
              <a:cxnLst/>
              <a:rect l="l" t="t" r="r" b="b"/>
              <a:pathLst>
                <a:path w="7290434" h="4593590">
                  <a:moveTo>
                    <a:pt x="6804038" y="4593165"/>
                  </a:moveTo>
                  <a:lnTo>
                    <a:pt x="485774" y="4593165"/>
                  </a:lnTo>
                  <a:lnTo>
                    <a:pt x="437762" y="4590788"/>
                  </a:lnTo>
                  <a:lnTo>
                    <a:pt x="390562" y="4583745"/>
                  </a:lnTo>
                  <a:lnTo>
                    <a:pt x="344494" y="4572167"/>
                  </a:lnTo>
                  <a:lnTo>
                    <a:pt x="299877" y="4556188"/>
                  </a:lnTo>
                  <a:lnTo>
                    <a:pt x="257028" y="4535938"/>
                  </a:lnTo>
                  <a:lnTo>
                    <a:pt x="216266" y="4511549"/>
                  </a:lnTo>
                  <a:lnTo>
                    <a:pt x="177911" y="4483154"/>
                  </a:lnTo>
                  <a:lnTo>
                    <a:pt x="142280" y="4450885"/>
                  </a:lnTo>
                  <a:lnTo>
                    <a:pt x="110011" y="4415254"/>
                  </a:lnTo>
                  <a:lnTo>
                    <a:pt x="81616" y="4376898"/>
                  </a:lnTo>
                  <a:lnTo>
                    <a:pt x="57227" y="4336137"/>
                  </a:lnTo>
                  <a:lnTo>
                    <a:pt x="36977" y="4293288"/>
                  </a:lnTo>
                  <a:lnTo>
                    <a:pt x="20997" y="4248671"/>
                  </a:lnTo>
                  <a:lnTo>
                    <a:pt x="9420" y="4202603"/>
                  </a:lnTo>
                  <a:lnTo>
                    <a:pt x="2377" y="4155403"/>
                  </a:lnTo>
                  <a:lnTo>
                    <a:pt x="0" y="4107390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7"/>
                  </a:lnTo>
                  <a:lnTo>
                    <a:pt x="57227" y="257028"/>
                  </a:lnTo>
                  <a:lnTo>
                    <a:pt x="81616" y="216266"/>
                  </a:lnTo>
                  <a:lnTo>
                    <a:pt x="110011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7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6804038" y="0"/>
                  </a:lnTo>
                  <a:lnTo>
                    <a:pt x="6852051" y="2377"/>
                  </a:lnTo>
                  <a:lnTo>
                    <a:pt x="6899250" y="9420"/>
                  </a:lnTo>
                  <a:lnTo>
                    <a:pt x="6945318" y="20997"/>
                  </a:lnTo>
                  <a:lnTo>
                    <a:pt x="6989936" y="36977"/>
                  </a:lnTo>
                  <a:lnTo>
                    <a:pt x="7032784" y="57227"/>
                  </a:lnTo>
                  <a:lnTo>
                    <a:pt x="7073546" y="81615"/>
                  </a:lnTo>
                  <a:lnTo>
                    <a:pt x="7111901" y="110010"/>
                  </a:lnTo>
                  <a:lnTo>
                    <a:pt x="7147532" y="142280"/>
                  </a:lnTo>
                  <a:lnTo>
                    <a:pt x="7179801" y="177911"/>
                  </a:lnTo>
                  <a:lnTo>
                    <a:pt x="7208196" y="216266"/>
                  </a:lnTo>
                  <a:lnTo>
                    <a:pt x="7232585" y="257028"/>
                  </a:lnTo>
                  <a:lnTo>
                    <a:pt x="7252835" y="299877"/>
                  </a:lnTo>
                  <a:lnTo>
                    <a:pt x="7268815" y="344494"/>
                  </a:lnTo>
                  <a:lnTo>
                    <a:pt x="7280393" y="390562"/>
                  </a:lnTo>
                  <a:lnTo>
                    <a:pt x="7287436" y="437762"/>
                  </a:lnTo>
                  <a:lnTo>
                    <a:pt x="7289813" y="485774"/>
                  </a:lnTo>
                  <a:lnTo>
                    <a:pt x="7289813" y="4107390"/>
                  </a:lnTo>
                  <a:lnTo>
                    <a:pt x="7287436" y="4155403"/>
                  </a:lnTo>
                  <a:lnTo>
                    <a:pt x="7280393" y="4202603"/>
                  </a:lnTo>
                  <a:lnTo>
                    <a:pt x="7268815" y="4248671"/>
                  </a:lnTo>
                  <a:lnTo>
                    <a:pt x="7252835" y="4293288"/>
                  </a:lnTo>
                  <a:lnTo>
                    <a:pt x="7232585" y="4336137"/>
                  </a:lnTo>
                  <a:lnTo>
                    <a:pt x="7208196" y="4376898"/>
                  </a:lnTo>
                  <a:lnTo>
                    <a:pt x="7179801" y="4415254"/>
                  </a:lnTo>
                  <a:lnTo>
                    <a:pt x="7147532" y="4450885"/>
                  </a:lnTo>
                  <a:lnTo>
                    <a:pt x="7111901" y="4483154"/>
                  </a:lnTo>
                  <a:lnTo>
                    <a:pt x="7073546" y="4511549"/>
                  </a:lnTo>
                  <a:lnTo>
                    <a:pt x="7032784" y="4535938"/>
                  </a:lnTo>
                  <a:lnTo>
                    <a:pt x="6989936" y="4556188"/>
                  </a:lnTo>
                  <a:lnTo>
                    <a:pt x="6945318" y="4572167"/>
                  </a:lnTo>
                  <a:lnTo>
                    <a:pt x="6899250" y="4583745"/>
                  </a:lnTo>
                  <a:lnTo>
                    <a:pt x="6852051" y="4590788"/>
                  </a:lnTo>
                  <a:lnTo>
                    <a:pt x="6804038" y="459316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540714" y="947581"/>
              <a:ext cx="6829424" cy="4295774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1016000" y="1707009"/>
            <a:ext cx="8700135" cy="2910205"/>
          </a:xfrm>
          <a:prstGeom prst="rect">
            <a:avLst/>
          </a:prstGeom>
        </p:spPr>
        <p:txBody>
          <a:bodyPr vert="horz" wrap="square" lIns="0" tIns="2508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75"/>
              </a:spcBef>
            </a:pPr>
            <a:r>
              <a:rPr sz="2800" b="1" i="1" spc="-90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r>
              <a:rPr sz="2800" b="1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i="1" spc="-40" dirty="0">
                <a:solidFill>
                  <a:srgbClr val="FFFFFF"/>
                </a:solidFill>
                <a:latin typeface="Arial"/>
                <a:cs typeface="Arial"/>
              </a:rPr>
              <a:t>with</a:t>
            </a:r>
            <a:r>
              <a:rPr sz="2800" b="1" i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i="1" spc="-20" dirty="0">
                <a:solidFill>
                  <a:srgbClr val="A69EF1"/>
                </a:solidFill>
                <a:latin typeface="Arial"/>
                <a:cs typeface="Arial"/>
              </a:rPr>
              <a:t>FROM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70"/>
              </a:spcBef>
            </a:pP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max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marks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from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students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800" b="1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Delhi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64"/>
              </a:spcBef>
            </a:pP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</a:pP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Arial"/>
                <a:cs typeface="Arial"/>
              </a:rPr>
              <a:t>1.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students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of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Mumbai</a:t>
            </a:r>
            <a:endParaRPr sz="2800">
              <a:latin typeface="Arial"/>
              <a:cs typeface="Arial"/>
            </a:endParaRPr>
          </a:p>
          <a:p>
            <a:pPr marL="23495">
              <a:lnSpc>
                <a:spcPct val="100000"/>
              </a:lnSpc>
              <a:spcBef>
                <a:spcPts val="540"/>
              </a:spcBef>
            </a:pP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75" dirty="0">
                <a:solidFill>
                  <a:srgbClr val="FFFFFF"/>
                </a:solidFill>
                <a:latin typeface="Arial"/>
                <a:cs typeface="Arial"/>
              </a:rPr>
              <a:t>2.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Find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their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max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marks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95" dirty="0">
                <a:solidFill>
                  <a:srgbClr val="FFFFFF"/>
                </a:solidFill>
                <a:latin typeface="Arial"/>
                <a:cs typeface="Arial"/>
              </a:rPr>
              <a:t>using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sublist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in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step</a:t>
            </a:r>
            <a:r>
              <a:rPr sz="28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028700" y="2877820"/>
            <a:ext cx="8087995" cy="2640965"/>
            <a:chOff x="1028700" y="2877820"/>
            <a:chExt cx="8087995" cy="2640965"/>
          </a:xfrm>
        </p:grpSpPr>
        <p:sp>
          <p:nvSpPr>
            <p:cNvPr id="3" name="object 3"/>
            <p:cNvSpPr/>
            <p:nvPr/>
          </p:nvSpPr>
          <p:spPr>
            <a:xfrm>
              <a:off x="1028700" y="2877820"/>
              <a:ext cx="8087995" cy="2640965"/>
            </a:xfrm>
            <a:custGeom>
              <a:avLst/>
              <a:gdLst/>
              <a:ahLst/>
              <a:cxnLst/>
              <a:rect l="l" t="t" r="r" b="b"/>
              <a:pathLst>
                <a:path w="8087995" h="2640965">
                  <a:moveTo>
                    <a:pt x="7601906" y="2640485"/>
                  </a:moveTo>
                  <a:lnTo>
                    <a:pt x="485774" y="2640485"/>
                  </a:lnTo>
                  <a:lnTo>
                    <a:pt x="437762" y="2638108"/>
                  </a:lnTo>
                  <a:lnTo>
                    <a:pt x="390562" y="2631065"/>
                  </a:lnTo>
                  <a:lnTo>
                    <a:pt x="344494" y="2619487"/>
                  </a:lnTo>
                  <a:lnTo>
                    <a:pt x="299876" y="2603508"/>
                  </a:lnTo>
                  <a:lnTo>
                    <a:pt x="257028" y="2583258"/>
                  </a:lnTo>
                  <a:lnTo>
                    <a:pt x="216266" y="2558869"/>
                  </a:lnTo>
                  <a:lnTo>
                    <a:pt x="177911" y="2530474"/>
                  </a:lnTo>
                  <a:lnTo>
                    <a:pt x="142280" y="2498205"/>
                  </a:lnTo>
                  <a:lnTo>
                    <a:pt x="110010" y="2462574"/>
                  </a:lnTo>
                  <a:lnTo>
                    <a:pt x="81615" y="2424219"/>
                  </a:lnTo>
                  <a:lnTo>
                    <a:pt x="57227" y="2383457"/>
                  </a:lnTo>
                  <a:lnTo>
                    <a:pt x="36977" y="2340608"/>
                  </a:lnTo>
                  <a:lnTo>
                    <a:pt x="20997" y="2295991"/>
                  </a:lnTo>
                  <a:lnTo>
                    <a:pt x="9420" y="2249923"/>
                  </a:lnTo>
                  <a:lnTo>
                    <a:pt x="2377" y="2202723"/>
                  </a:lnTo>
                  <a:lnTo>
                    <a:pt x="0" y="2154710"/>
                  </a:lnTo>
                  <a:lnTo>
                    <a:pt x="0" y="485774"/>
                  </a:lnTo>
                  <a:lnTo>
                    <a:pt x="2377" y="437762"/>
                  </a:lnTo>
                  <a:lnTo>
                    <a:pt x="9420" y="390562"/>
                  </a:lnTo>
                  <a:lnTo>
                    <a:pt x="20997" y="344494"/>
                  </a:lnTo>
                  <a:lnTo>
                    <a:pt x="36977" y="299876"/>
                  </a:lnTo>
                  <a:lnTo>
                    <a:pt x="57227" y="257028"/>
                  </a:lnTo>
                  <a:lnTo>
                    <a:pt x="81615" y="216266"/>
                  </a:lnTo>
                  <a:lnTo>
                    <a:pt x="110010" y="177911"/>
                  </a:lnTo>
                  <a:lnTo>
                    <a:pt x="142280" y="142280"/>
                  </a:lnTo>
                  <a:lnTo>
                    <a:pt x="177911" y="110010"/>
                  </a:lnTo>
                  <a:lnTo>
                    <a:pt x="216266" y="81615"/>
                  </a:lnTo>
                  <a:lnTo>
                    <a:pt x="257028" y="57227"/>
                  </a:lnTo>
                  <a:lnTo>
                    <a:pt x="299876" y="36977"/>
                  </a:lnTo>
                  <a:lnTo>
                    <a:pt x="344494" y="20997"/>
                  </a:lnTo>
                  <a:lnTo>
                    <a:pt x="390562" y="9420"/>
                  </a:lnTo>
                  <a:lnTo>
                    <a:pt x="437762" y="2377"/>
                  </a:lnTo>
                  <a:lnTo>
                    <a:pt x="485774" y="0"/>
                  </a:lnTo>
                  <a:lnTo>
                    <a:pt x="7601906" y="0"/>
                  </a:lnTo>
                  <a:lnTo>
                    <a:pt x="7649919" y="2377"/>
                  </a:lnTo>
                  <a:lnTo>
                    <a:pt x="7697118" y="9420"/>
                  </a:lnTo>
                  <a:lnTo>
                    <a:pt x="7743186" y="20997"/>
                  </a:lnTo>
                  <a:lnTo>
                    <a:pt x="7787804" y="36977"/>
                  </a:lnTo>
                  <a:lnTo>
                    <a:pt x="7830653" y="57227"/>
                  </a:lnTo>
                  <a:lnTo>
                    <a:pt x="7871414" y="81615"/>
                  </a:lnTo>
                  <a:lnTo>
                    <a:pt x="7909770" y="110010"/>
                  </a:lnTo>
                  <a:lnTo>
                    <a:pt x="7945401" y="142280"/>
                  </a:lnTo>
                  <a:lnTo>
                    <a:pt x="7977671" y="177911"/>
                  </a:lnTo>
                  <a:lnTo>
                    <a:pt x="8006065" y="216266"/>
                  </a:lnTo>
                  <a:lnTo>
                    <a:pt x="8030454" y="257028"/>
                  </a:lnTo>
                  <a:lnTo>
                    <a:pt x="8050704" y="299876"/>
                  </a:lnTo>
                  <a:lnTo>
                    <a:pt x="8066683" y="344494"/>
                  </a:lnTo>
                  <a:lnTo>
                    <a:pt x="8078261" y="390562"/>
                  </a:lnTo>
                  <a:lnTo>
                    <a:pt x="8085304" y="437762"/>
                  </a:lnTo>
                  <a:lnTo>
                    <a:pt x="8087681" y="485774"/>
                  </a:lnTo>
                  <a:lnTo>
                    <a:pt x="8087681" y="2154710"/>
                  </a:lnTo>
                  <a:lnTo>
                    <a:pt x="8085304" y="2202723"/>
                  </a:lnTo>
                  <a:lnTo>
                    <a:pt x="8078261" y="2249923"/>
                  </a:lnTo>
                  <a:lnTo>
                    <a:pt x="8066683" y="2295991"/>
                  </a:lnTo>
                  <a:lnTo>
                    <a:pt x="8050704" y="2340608"/>
                  </a:lnTo>
                  <a:lnTo>
                    <a:pt x="8030454" y="2383457"/>
                  </a:lnTo>
                  <a:lnTo>
                    <a:pt x="8006065" y="2424219"/>
                  </a:lnTo>
                  <a:lnTo>
                    <a:pt x="7977671" y="2462574"/>
                  </a:lnTo>
                  <a:lnTo>
                    <a:pt x="7945401" y="2498205"/>
                  </a:lnTo>
                  <a:lnTo>
                    <a:pt x="7909770" y="2530474"/>
                  </a:lnTo>
                  <a:lnTo>
                    <a:pt x="7871414" y="2558869"/>
                  </a:lnTo>
                  <a:lnTo>
                    <a:pt x="7830653" y="2583258"/>
                  </a:lnTo>
                  <a:lnTo>
                    <a:pt x="7787804" y="2603508"/>
                  </a:lnTo>
                  <a:lnTo>
                    <a:pt x="7743186" y="2619487"/>
                  </a:lnTo>
                  <a:lnTo>
                    <a:pt x="7697118" y="2631065"/>
                  </a:lnTo>
                  <a:lnTo>
                    <a:pt x="7649919" y="2638108"/>
                  </a:lnTo>
                  <a:lnTo>
                    <a:pt x="7601906" y="264048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5471" y="3023883"/>
              <a:ext cx="7658099" cy="2352674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016000" y="690429"/>
            <a:ext cx="10808335" cy="1706880"/>
          </a:xfrm>
          <a:prstGeom prst="rect">
            <a:avLst/>
          </a:prstGeom>
        </p:spPr>
        <p:txBody>
          <a:bodyPr vert="horz" wrap="square" lIns="0" tIns="381000" rIns="0" bIns="0" rtlCol="0">
            <a:spAutoFit/>
          </a:bodyPr>
          <a:lstStyle/>
          <a:p>
            <a:pPr marL="23495">
              <a:lnSpc>
                <a:spcPct val="100000"/>
              </a:lnSpc>
              <a:spcBef>
                <a:spcPts val="3000"/>
              </a:spcBef>
            </a:pPr>
            <a:r>
              <a:rPr u="heavy" spc="-204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MySQL</a:t>
            </a:r>
            <a:r>
              <a:rPr u="heavy" spc="-114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 </a:t>
            </a:r>
            <a:r>
              <a:rPr u="heavy" spc="-10" dirty="0">
                <a:solidFill>
                  <a:srgbClr val="FFA511"/>
                </a:solidFill>
                <a:uFill>
                  <a:solidFill>
                    <a:srgbClr val="FFFFFF"/>
                  </a:solidFill>
                </a:uFill>
              </a:rPr>
              <a:t>Views</a:t>
            </a:r>
          </a:p>
          <a:p>
            <a:pPr marL="12700">
              <a:lnSpc>
                <a:spcPct val="100000"/>
              </a:lnSpc>
              <a:spcBef>
                <a:spcPts val="1935"/>
              </a:spcBef>
            </a:pPr>
            <a:r>
              <a:rPr sz="2800" u="none" spc="-210" dirty="0">
                <a:solidFill>
                  <a:srgbClr val="FFFFFF"/>
                </a:solidFill>
              </a:rPr>
              <a:t>A</a:t>
            </a:r>
            <a:r>
              <a:rPr sz="2800" u="none" spc="-100" dirty="0">
                <a:solidFill>
                  <a:srgbClr val="FFFFFF"/>
                </a:solidFill>
              </a:rPr>
              <a:t> </a:t>
            </a:r>
            <a:r>
              <a:rPr sz="2800" u="none" spc="-145" dirty="0">
                <a:solidFill>
                  <a:srgbClr val="FFFFFF"/>
                </a:solidFill>
              </a:rPr>
              <a:t>view</a:t>
            </a:r>
            <a:r>
              <a:rPr sz="2800" u="none" spc="-100" dirty="0">
                <a:solidFill>
                  <a:srgbClr val="FFFFFF"/>
                </a:solidFill>
              </a:rPr>
              <a:t> </a:t>
            </a:r>
            <a:r>
              <a:rPr sz="2800" u="none" spc="-200" dirty="0">
                <a:solidFill>
                  <a:srgbClr val="FFFFFF"/>
                </a:solidFill>
              </a:rPr>
              <a:t>is</a:t>
            </a:r>
            <a:r>
              <a:rPr sz="2800" u="none" spc="-95" dirty="0">
                <a:solidFill>
                  <a:srgbClr val="FFFFFF"/>
                </a:solidFill>
              </a:rPr>
              <a:t> </a:t>
            </a:r>
            <a:r>
              <a:rPr sz="2800" u="none" spc="-130" dirty="0">
                <a:solidFill>
                  <a:srgbClr val="FFFFFF"/>
                </a:solidFill>
              </a:rPr>
              <a:t>a</a:t>
            </a:r>
            <a:r>
              <a:rPr sz="2800" u="none" spc="-100" dirty="0">
                <a:solidFill>
                  <a:srgbClr val="FFFFFF"/>
                </a:solidFill>
              </a:rPr>
              <a:t> </a:t>
            </a:r>
            <a:r>
              <a:rPr sz="2800" u="none" spc="-55" dirty="0">
                <a:solidFill>
                  <a:srgbClr val="FFFFFF"/>
                </a:solidFill>
              </a:rPr>
              <a:t>virtual</a:t>
            </a:r>
            <a:r>
              <a:rPr sz="2800" u="none" spc="-95" dirty="0">
                <a:solidFill>
                  <a:srgbClr val="FFFFFF"/>
                </a:solidFill>
              </a:rPr>
              <a:t> </a:t>
            </a:r>
            <a:r>
              <a:rPr sz="2800" u="none" spc="-55" dirty="0">
                <a:solidFill>
                  <a:srgbClr val="FFFFFF"/>
                </a:solidFill>
              </a:rPr>
              <a:t>table</a:t>
            </a:r>
            <a:r>
              <a:rPr sz="2800" u="none" spc="-100" dirty="0">
                <a:solidFill>
                  <a:srgbClr val="FFFFFF"/>
                </a:solidFill>
              </a:rPr>
              <a:t> </a:t>
            </a:r>
            <a:r>
              <a:rPr sz="2800" u="none" spc="-170" dirty="0">
                <a:solidFill>
                  <a:srgbClr val="FFFFFF"/>
                </a:solidFill>
              </a:rPr>
              <a:t>based</a:t>
            </a:r>
            <a:r>
              <a:rPr sz="2800" u="none" spc="-95" dirty="0">
                <a:solidFill>
                  <a:srgbClr val="FFFFFF"/>
                </a:solidFill>
              </a:rPr>
              <a:t> </a:t>
            </a:r>
            <a:r>
              <a:rPr sz="2800" u="none" spc="-165" dirty="0">
                <a:solidFill>
                  <a:srgbClr val="FFFFFF"/>
                </a:solidFill>
              </a:rPr>
              <a:t>on</a:t>
            </a:r>
            <a:r>
              <a:rPr sz="2800" u="none" spc="-100" dirty="0">
                <a:solidFill>
                  <a:srgbClr val="FFFFFF"/>
                </a:solidFill>
              </a:rPr>
              <a:t> </a:t>
            </a:r>
            <a:r>
              <a:rPr sz="2800" u="none" spc="-40" dirty="0">
                <a:solidFill>
                  <a:srgbClr val="FFFFFF"/>
                </a:solidFill>
              </a:rPr>
              <a:t>the</a:t>
            </a:r>
            <a:r>
              <a:rPr sz="2800" u="none" spc="-100" dirty="0">
                <a:solidFill>
                  <a:srgbClr val="FFFFFF"/>
                </a:solidFill>
              </a:rPr>
              <a:t> </a:t>
            </a:r>
            <a:r>
              <a:rPr sz="2800" u="none" spc="-40" dirty="0">
                <a:solidFill>
                  <a:srgbClr val="FFFFFF"/>
                </a:solidFill>
              </a:rPr>
              <a:t>result-</a:t>
            </a:r>
            <a:r>
              <a:rPr sz="2800" u="none" spc="-130" dirty="0">
                <a:solidFill>
                  <a:srgbClr val="FFFFFF"/>
                </a:solidFill>
              </a:rPr>
              <a:t>set</a:t>
            </a:r>
            <a:r>
              <a:rPr sz="2800" u="none" spc="-95" dirty="0">
                <a:solidFill>
                  <a:srgbClr val="FFFFFF"/>
                </a:solidFill>
              </a:rPr>
              <a:t> of</a:t>
            </a:r>
            <a:r>
              <a:rPr sz="2800" u="none" spc="-100" dirty="0">
                <a:solidFill>
                  <a:srgbClr val="FFFFFF"/>
                </a:solidFill>
              </a:rPr>
              <a:t> </a:t>
            </a:r>
            <a:r>
              <a:rPr sz="2800" u="none" spc="-140" dirty="0">
                <a:solidFill>
                  <a:srgbClr val="FFFFFF"/>
                </a:solidFill>
              </a:rPr>
              <a:t>an</a:t>
            </a:r>
            <a:r>
              <a:rPr sz="2800" u="none" spc="-95" dirty="0">
                <a:solidFill>
                  <a:srgbClr val="FFFFFF"/>
                </a:solidFill>
              </a:rPr>
              <a:t> </a:t>
            </a:r>
            <a:r>
              <a:rPr sz="2800" u="none" spc="-220" dirty="0">
                <a:solidFill>
                  <a:srgbClr val="FFFFFF"/>
                </a:solidFill>
              </a:rPr>
              <a:t>SQL</a:t>
            </a:r>
            <a:r>
              <a:rPr sz="2800" u="none" spc="-100" dirty="0">
                <a:solidFill>
                  <a:srgbClr val="FFFFFF"/>
                </a:solidFill>
              </a:rPr>
              <a:t> </a:t>
            </a:r>
            <a:r>
              <a:rPr sz="2800" u="none" spc="-10" dirty="0">
                <a:solidFill>
                  <a:srgbClr val="FFFFFF"/>
                </a:solidFill>
              </a:rPr>
              <a:t>statement.</a:t>
            </a:r>
            <a:endParaRPr sz="2800"/>
          </a:p>
        </p:txBody>
      </p:sp>
      <p:sp>
        <p:nvSpPr>
          <p:cNvPr id="6" name="object 6"/>
          <p:cNvSpPr txBox="1"/>
          <p:nvPr/>
        </p:nvSpPr>
        <p:spPr>
          <a:xfrm>
            <a:off x="1027106" y="7713974"/>
            <a:ext cx="7686040" cy="1511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6100"/>
              </a:lnSpc>
              <a:spcBef>
                <a:spcPts val="100"/>
              </a:spcBef>
            </a:pP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*A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view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60" dirty="0">
                <a:solidFill>
                  <a:srgbClr val="FFFFFF"/>
                </a:solidFill>
                <a:latin typeface="Arial"/>
                <a:cs typeface="Arial"/>
              </a:rPr>
              <a:t>always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35" dirty="0">
                <a:solidFill>
                  <a:srgbClr val="FFFFFF"/>
                </a:solidFill>
                <a:latin typeface="Arial"/>
                <a:cs typeface="Arial"/>
              </a:rPr>
              <a:t>shows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Arial"/>
                <a:cs typeface="Arial"/>
              </a:rPr>
              <a:t>up-</a:t>
            </a:r>
            <a:r>
              <a:rPr sz="2800" b="1" dirty="0">
                <a:solidFill>
                  <a:srgbClr val="FFFFFF"/>
                </a:solidFill>
                <a:latin typeface="Arial"/>
                <a:cs typeface="Arial"/>
              </a:rPr>
              <a:t>to-</a:t>
            </a:r>
            <a:r>
              <a:rPr sz="2800" b="1" spc="-70" dirty="0">
                <a:solidFill>
                  <a:srgbClr val="FFFFFF"/>
                </a:solidFill>
                <a:latin typeface="Arial"/>
                <a:cs typeface="Arial"/>
              </a:rPr>
              <a:t>date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30" dirty="0">
                <a:solidFill>
                  <a:srgbClr val="FFFFFF"/>
                </a:solidFill>
                <a:latin typeface="Arial"/>
                <a:cs typeface="Arial"/>
              </a:rPr>
              <a:t>data.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The </a:t>
            </a:r>
            <a:r>
              <a:rPr sz="2800" b="1" spc="-135" dirty="0">
                <a:solidFill>
                  <a:srgbClr val="FFFFFF"/>
                </a:solidFill>
                <a:latin typeface="Arial"/>
                <a:cs typeface="Arial"/>
              </a:rPr>
              <a:t>database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50" dirty="0">
                <a:solidFill>
                  <a:srgbClr val="FFFFFF"/>
                </a:solidFill>
                <a:latin typeface="Arial"/>
                <a:cs typeface="Arial"/>
              </a:rPr>
              <a:t>engine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recreates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40" dirty="0">
                <a:solidFill>
                  <a:srgbClr val="FFFFFF"/>
                </a:solidFill>
                <a:latin typeface="Arial"/>
                <a:cs typeface="Arial"/>
              </a:rPr>
              <a:t>the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00" dirty="0">
                <a:solidFill>
                  <a:srgbClr val="FFFFFF"/>
                </a:solidFill>
                <a:latin typeface="Arial"/>
                <a:cs typeface="Arial"/>
              </a:rPr>
              <a:t>view,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25" dirty="0">
                <a:solidFill>
                  <a:srgbClr val="FFFFFF"/>
                </a:solidFill>
                <a:latin typeface="Arial"/>
                <a:cs typeface="Arial"/>
              </a:rPr>
              <a:t>every</a:t>
            </a:r>
            <a:r>
              <a:rPr sz="2800" b="1" spc="-8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time</a:t>
            </a:r>
            <a:r>
              <a:rPr sz="28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50" dirty="0">
                <a:solidFill>
                  <a:srgbClr val="FFFFFF"/>
                </a:solidFill>
                <a:latin typeface="Arial"/>
                <a:cs typeface="Arial"/>
              </a:rPr>
              <a:t>a </a:t>
            </a:r>
            <a:r>
              <a:rPr sz="2800" b="1" spc="-145" dirty="0">
                <a:solidFill>
                  <a:srgbClr val="FFFFFF"/>
                </a:solidFill>
                <a:latin typeface="Arial"/>
                <a:cs typeface="Arial"/>
              </a:rPr>
              <a:t>user</a:t>
            </a:r>
            <a:r>
              <a:rPr sz="280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130" dirty="0">
                <a:solidFill>
                  <a:srgbClr val="FFFFFF"/>
                </a:solidFill>
                <a:latin typeface="Arial"/>
                <a:cs typeface="Arial"/>
              </a:rPr>
              <a:t>queries</a:t>
            </a:r>
            <a:r>
              <a:rPr sz="2800" b="1" spc="-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FFFFFF"/>
                </a:solidFill>
                <a:latin typeface="Arial"/>
                <a:cs typeface="Arial"/>
              </a:rPr>
              <a:t>it.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</TotalTime>
  <Words>1831</Words>
  <Application>Microsoft Office PowerPoint</Application>
  <PresentationFormat>Custom</PresentationFormat>
  <Paragraphs>323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Arial MT</vt:lpstr>
      <vt:lpstr>Office Theme</vt:lpstr>
      <vt:lpstr>PowerPoint Presentation</vt:lpstr>
      <vt:lpstr>Database</vt:lpstr>
      <vt:lpstr>Types of Databases</vt:lpstr>
      <vt:lpstr>What is SQL? </vt:lpstr>
      <vt:lpstr>Database Structure</vt:lpstr>
      <vt:lpstr>PowerPoint Presentation</vt:lpstr>
      <vt:lpstr>Creating our First Database</vt:lpstr>
      <vt:lpstr>Creating our First Table</vt:lpstr>
      <vt:lpstr>SQL Datatypes</vt:lpstr>
      <vt:lpstr>SQL Datatypes</vt:lpstr>
      <vt:lpstr>Types of SQL Commands </vt:lpstr>
      <vt:lpstr>Database related Queries</vt:lpstr>
      <vt:lpstr>Table related Queries </vt:lpstr>
      <vt:lpstr>Table related Queries </vt:lpstr>
      <vt:lpstr>Table related Queries </vt:lpstr>
      <vt:lpstr>Keys</vt:lpstr>
      <vt:lpstr>Keys</vt:lpstr>
      <vt:lpstr>Constraints</vt:lpstr>
      <vt:lpstr>Constraints</vt:lpstr>
      <vt:lpstr>Constraints</vt:lpstr>
      <vt:lpstr>Insert this data</vt:lpstr>
      <vt:lpstr>Select in Detail</vt:lpstr>
      <vt:lpstr>Where Clause</vt:lpstr>
      <vt:lpstr>Where Clause</vt:lpstr>
      <vt:lpstr>Operators</vt:lpstr>
      <vt:lpstr>Operators</vt:lpstr>
      <vt:lpstr>Limit Clause </vt:lpstr>
      <vt:lpstr>Order By Clause</vt:lpstr>
      <vt:lpstr>Aggregate Functions </vt:lpstr>
      <vt:lpstr>Group By Clause </vt:lpstr>
      <vt:lpstr>Having Clause </vt:lpstr>
      <vt:lpstr>General Order</vt:lpstr>
      <vt:lpstr>Having Clause </vt:lpstr>
      <vt:lpstr>Table related Queries </vt:lpstr>
      <vt:lpstr>Table related Queries </vt:lpstr>
      <vt:lpstr>Cascading for FK</vt:lpstr>
      <vt:lpstr>Table related Queries </vt:lpstr>
      <vt:lpstr>Table related Queries </vt:lpstr>
      <vt:lpstr>DROP Column</vt:lpstr>
      <vt:lpstr>Table related Queries </vt:lpstr>
      <vt:lpstr>Joins in SQL</vt:lpstr>
      <vt:lpstr>Types of Joins </vt:lpstr>
      <vt:lpstr>Inner Join</vt:lpstr>
      <vt:lpstr>Inner Join Example</vt:lpstr>
      <vt:lpstr>Left Join </vt:lpstr>
      <vt:lpstr>Left Join </vt:lpstr>
      <vt:lpstr>Right Join </vt:lpstr>
      <vt:lpstr>Right Join </vt:lpstr>
      <vt:lpstr>Full Join </vt:lpstr>
      <vt:lpstr>Full Join </vt:lpstr>
      <vt:lpstr>Think &amp; Ans</vt:lpstr>
      <vt:lpstr>Self Join </vt:lpstr>
      <vt:lpstr>Self Join </vt:lpstr>
      <vt:lpstr>Union It is used to combine the result-set of two or more SELECT statements. Gives UNIQUE records.</vt:lpstr>
      <vt:lpstr>SQL Sub Queries</vt:lpstr>
      <vt:lpstr>SQL Sub Queries</vt:lpstr>
      <vt:lpstr>SQL Sub Queries</vt:lpstr>
      <vt:lpstr>SQL Sub Queries</vt:lpstr>
      <vt:lpstr>MySQL Views A view is a virtual table based on the result-set of an SQL statement.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(notes)</dc:title>
  <dc:creator>Rahul Neha</dc:creator>
  <cp:keywords>DAFrbWAV1Yk,BAEHDsZUYOI</cp:keywords>
  <cp:lastModifiedBy>jitender sarswat</cp:lastModifiedBy>
  <cp:revision>1</cp:revision>
  <dcterms:created xsi:type="dcterms:W3CDTF">2025-09-24T04:05:35Z</dcterms:created>
  <dcterms:modified xsi:type="dcterms:W3CDTF">2025-09-24T04:23:51Z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2023-08-18T00:00:00Z</vt:filetime>
  </property>
  <property fmtid="{D5CDD505-2E9C-101B-9397-08002B2CF9AE}" pid="3" name="Creator">
    <vt:lpwstr>Canva</vt:lpwstr>
  </property>
  <property fmtid="{D5CDD505-2E9C-101B-9397-08002B2CF9AE}" pid="4" name="LastSaved">
    <vt:filetime>2025-09-24T00:00:00Z</vt:filetime>
  </property>
  <property fmtid="{D5CDD505-2E9C-101B-9397-08002B2CF9AE}" pid="5" name="Producer">
    <vt:lpwstr>Canva</vt:lpwstr>
  </property>
</Properties>
</file>